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mace_ml         |=                  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mace_ml         |==============================|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wins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Harmonic-only would be even faster (less Gaussian overhead)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speedup = wall time DFT / wall time ML (same machine, same basis)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
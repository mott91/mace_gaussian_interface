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 (minutes to hours per molecule)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VPT2: even more expensive — scales as O(N⁴)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any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approach: ML computes dipole derivatives,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Gaussian 16 handles the VPT2 orchestration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Real-time injection via ZMQ bridge — no Gaussian modifications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10-100× faster than pure DFT for dipole-heavy steps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Rapid IR spectral predictions across chemical space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benchmark: which ML model combination works best?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Thesis question: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is IR spectroscopy?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Molecules vibrate at specific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frequencies determined by: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bond stiffness (k)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atomic masses (m)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ω = √(k/m)         (harmonic)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light is absorbed when: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photon frequency = vib. frequency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moment changes (Δμ ≠ 0)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units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1 cm⁻¹  ≈ 0.124 meV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kT@300K ≈ 200 cm⁻¹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range: 400–4000 cm⁻¹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do we care?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spectrum = molecular fingerprint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Identify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Confirm synthesis products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Study protein conformations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harmonic limit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Works well for fundamentals.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Fails for overtones: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predicts exactly 2×ω₀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reality: slightly less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asymmetric potential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vpt2_theory.md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Beyond the harmonic approximation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Real potential = anharmonic: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= ½kx² + αx³ + βx⁴ + …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The cubic term (αx³) causes: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overtone at ~2ω (not exactly)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frequency shifts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mode coupling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VPT2 — Vibrational Perturbation Theory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(2nd order)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Treat anharmonicity as a perturbation.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computes 3rd + 4th derivatives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of V and μ numerically (finite diff.).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Overtones, combination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Gaussian needs from ML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 (from MACE-OMOL/MP)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 (from MACE4IR/Espaloma)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displaces the molecule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hundreds of times and asks the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external program each time.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dipole gap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 energy models: good forces,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bad dipoles (not trained for it).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Need a dedicated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MACE4IR: trained on dipole data,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78 elements, E(3)-equivariant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GEOMETRY OPTIMIZER  (MACE-OMOL-0 + ASE)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┌──────────────┴──────────────┐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DFT BASELINE                │   ┌─────────────────────────────┐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B3LYP/6-31G(d,p)           │   │ ML FREQ CALC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gaussian_freq()             │   │ load_mace_calculator()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parse_gaussian()            │   │ get_dipole_calculator()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└──────────────┬──────────────┘   │ setup_zmq_server()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│ launch_gaussian()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└──────────────────┤ zmq_dipole_loop()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└──────────────┬──────────────┘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ANALYSIS  eigenvector_match → kde_broaden → metrics → HTML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bridge: how it works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16: 'External' keyword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calls a helper script for each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displaced geometry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Gaussian (Fortran) 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writes geometry file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calls gm_helper.py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└────────────┬─────────────────┘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             │ ZMQ (IPC socket)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┌────────────┴─────────────────┐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gm_main.py  (Python)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MACE energy + forces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dipole calculator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← returns fort.7 format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Key engineering challenges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LINGER=0: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ZMQ socket must close cleanly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Fixed: explicit SIGKILL timeout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Absolute paths: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needs full path to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helper script in .gjf files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Resolved at CLI startup via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MACE_HELPER_SCRIPT_PATH env var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 module loading: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model saved with different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class paths than runtime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mace_loader.py handles remapping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via torch.load(pickle_module=…)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cd results/water/ &amp;&amp; cat report.md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Molecule: H₂O (water)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3 atoms · 3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Ref: B3LYP/6-31G(d,p)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Analysis: anharmonic (VPT2)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Calculator combinations (8 total)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mace_anicc + espaloma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→ MAE  16.8 cm⁻¹  R² 0.9999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mace_off + espaloma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→ MAE  33.2 cm⁻¹  R² 0.9999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mace_omol + espaloma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MAE  39.0 cm⁻¹  R² 0.9997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mace_mp + espaloma</a:t>
            </a: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→ MAE 129.9 cm⁻¹  R² 0.9971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Key observations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R² consistently &gt; 0.997 across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all combinations — frequency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ordering is well-preserved.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  Best: MACE-ANI + Espaloma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MAE only 16.8 cm⁻¹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on organic H,C,N,O,S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Small molecule specialist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Worst: MACE-MP (large universal)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Jack of all trades,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master of none for organics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Intensity (R²) low across all: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ML dipole magnitudes need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Active research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cd results/aspirin/ &amp;&amp; cat report.md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Molecule: Aspirin (C₉H₈O₄)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acetylsalicylic acid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19 atoms · 51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Ref: B3LYP/6-31G(d,p)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Analysis: harmonic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Results (mace_omol + espaloma)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MAE   41.3 cm⁻¹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RMSE  72.7 cm⁻¹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R²    0.9984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 ~18×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17× more modes than water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→ Method scales to real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R² stays high (0.9984)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MAE slightly higher than water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— expected for complex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aspirin?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Pharmacologically relevant molecule.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Covers C=O stretch (~1750 cm⁻¹),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aromatic ring modes, O-H stretch.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 complete IR identification test.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Scaling behaviour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H₂O:     3 modes  → ~1× speedup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Aspirin: 51 modes → ~18× speedup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DFT scales badly with size.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ML cost grows much more slowly.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Advantage grows with molecule.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Intensity R²: ~0.05 (still poor)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Frequencies work well,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intensities are future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Current status (v1.1 in progress)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ZMQ bridge — stable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Anharmonic (VPT2) pipeline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CLI: mace-gaussian run/list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4 calculator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131 tests, CI on every push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Aspirin, water, CH₄, acoh, BH₃·NH₃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HTML reports per molecule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mace_off + mace_anicc wiring</a:t>
            </a: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Batch runner (25-mol campaign)</a:t>
            </a: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PubChem fetcher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Does energy surface quality or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model quality dominate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Run systematic 25-molecule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benchmark across functional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groups and molecular sizes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Long-term vision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Universal ML-QM spectroscopy tool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any molecule · any combination ·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one command: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
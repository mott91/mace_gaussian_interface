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MACE4IR)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R²(freq)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57 modes: R² now meaningful — MACE-MP drops to 0.9958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mace_ml         |=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mace_ml         |============|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wins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Harmonic-only would be even faster (less Gaussian overhead)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speedup = wall time DFT / wall time ML (same machine, same basis)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bridge: ML dipoles → Gaussian VPT2 (harmonic + anharmonic)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4 energy × 2 dipole models = 8 calculator combinations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Preliminary results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Frequencies: R² &gt; 0.999 for best combos (MACE-ANI-CC, MACE-OMOL)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MACE4IR &gt;&gt; Espaloma (R² 0.95 vs 0.25 on aspirin)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Speedup: ~36× on aspirin (incl. anharmonic)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Growing size: CH₄ → C₂H₆ → C₃H₈ → C₄H₁₀ (scaling)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Exotic molecules: paracetamol, caffeine, ibuprofen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Larger systems: peptides, drug-like molecules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Batch processing: HPC queue integration for large campaigns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ORCA integration: open-source QM engine as Gaussian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
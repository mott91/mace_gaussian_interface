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0"/>
            <a:ext cx="402336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 __  __   _   ___ ___ 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  \/  | /_\ / __| __|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 |\/| |/ _ \ (__| _| 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|_|  |_/_/ \_\___|___|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      GAUSSIAN    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// ML-accelerated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// IR spectroscopy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O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/ \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H   H   H₂O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O   OH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‖   |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CH₃-C-O-C₆H₄-COOH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aspirin C₉H₈O₄         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0" y="914400"/>
            <a:ext cx="914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914400"/>
            <a:ext cx="42062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mot@hofer-hpc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OS       Hofer Lab · TU München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Shell    zsh + oh-my-zsh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Project  mace-gaussian v1.1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Method   VPT2 + ML Dipoles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Engine   Gaussian 16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Bridge   ZMQ (IPC socket)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ML       MACE-OMOL-0, MACE-MP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Dipoles  MACE4IR / Espaloma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Combos   4 energy × 2 dipole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Tests    131 passing ✓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CI       GitHub Actions ✓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▓▓▓▓▓▓▓▓▓▓▓▓▓▓▓▓▓▓▓▓▓▓▓▓▓▓▓▓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 (minutes to hours per molecule)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Anharmonic VPT2: even more expensive — scales as O(N⁴)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any systematic benchmark campaign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approach: ML computes dipole derivatives,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  Gaussian 16 handles the VPT2 orchestration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Real-time injection via ZMQ bridge — no Gaussian modifications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10-100× faster than pure DFT for dipole-heavy steps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Rapid IR spectral predictions across chemical space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benchmark: which ML model combination works best?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Thesis question: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man ir_spectroscopy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is IR spectroscopy?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Molecules vibrate at specific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frequencies determined by: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bond stiffness (k)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atomic masses (m)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ω = √(k/m)         (harmonic)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IR light is absorbed when: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photon frequency = vib. frequency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dipole moment changes (Δμ ≠ 0)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units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1 cm⁻¹  ≈ 0.124 meV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kT@300K ≈ 200 cm⁻¹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IR range: 400–4000 cm⁻¹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51560"/>
            <a:ext cx="4114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do we care?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IR spectrum = molecular fingerprint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Identify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Confirm synthesis products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Study protein conformations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 harmonic limit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V(x) ≈ V₀ + ½k·x²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Works well for fundamentals.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Fails for overtones: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predicts exactly 2×ω₀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reality: slightly less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asymmetric potential 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main.py  #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[molecule.xyz]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GEOMETRY OPTIMIZER  (MACE-OMOL-0 + ASE)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└──────────────┬──────────────────────────────────────┘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┌──────────────┴──────────────┐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DFT BASELINE                │   ┌─────────────────────────────┐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B3LYP/6-31G(d,p)           │   │ ML FREQ CALC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gaussian_freq()             │   │ load_mace_calculator()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parse_gaussian()            │   │ get_dipole_calculator()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└──────────────┬──────────────┘   │ setup_zmq_server()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│                  │ launch_gaussian()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└──────────────────┤ zmq_dipole_loop()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└──────────────┬──────────────┘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ANALYSIS  eigenvector_match → kde_broaden → metrics → HTML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dipole_methods.md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MACE-OMOL-0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MACE-MP-0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MACE-OFF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MACE-ANI     organic H,C,N,O,S,F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 bridge: how it works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Gaussian 16: 'External' keyword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calls a helper script for each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displaced geometry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┌──────────────────────────────┐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Gaussian (Fortran)    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↓  writes geometry file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↓  calls gm_helper.py 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└────────────┬─────────────────┘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             │ ZMQ (IPC socket)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┌────────────┴─────────────────┐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gm_main.py  (Python)  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→ MACE energy + forces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→ dipole calculator    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│  ← returns fort.7 format     │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Key engineering challenges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LINGER=0: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ZMQ socket must close cleanly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Fixed: explicit SIGKILL timeout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Absolute paths: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needs full path to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helper script in .gjf files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Resolved at CLI startup via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MACE_HELPER_SCRIPT_PATH env var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 module loading: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Dipole model saved with different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class paths than runtime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mace_loader.py handles remapping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via torch.load(pickle_module=…)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HTML reports generated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gly/report.html        10 atoms  · 24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ammonia/report.html     4 atoms  · 6 modes  · 4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CH4_ase/report.html     5 atoms  · 9 modes  · 4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C2H6_ase/report.html    8 atoms  · 18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co/report.html          2 atoms  · 1 mode  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bh3_nh3/report.html     6 atoms  · 12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Anharmonic reports also in analysis_results/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results/water/metrics_summary.json | sort-by-freq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frequency MAE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Dipole     MAE(freq)   R²(freq)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  ─  ─  ─  ─  ─  ─  ─  ─  ─  ─  ─  ─  ─  ─  ─  ─  ─  ─  ─  ─  ─  ─  ─  ─  ─  ─  ─  ─  ─  ─  ─  ─  ─  ─  ─  ─  ─  ─  ─  ─  ─  ─  ─  ─  ─  ─  ─  ─  ─  ─  ─  ─  ─  ─  ─  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mace_ml      19 cm⁻¹   0.999997     0.72  ✓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espaloma     19 cm⁻¹   0.999997     0.52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mace_off       mace_ml      21 cm⁻¹   0.999934     0.72  ✓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espaloma     21 cm⁻¹   0.999934     0.52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mace_omol      mace_ml      23 cm⁻¹   0.999963     0.72  ✓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espaloma     23 cm⁻¹   0.999963     0.52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mace_mp        mace_ml     106 cm⁻¹   0.999998     0.72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mace_mp        espaloma    106 cm⁻¹   0.999998  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except mace_mp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Intensities: mace_ml dipole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Current status (v1.1 in progress)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✓ ZMQ bridge — stable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✓ Anharmonic (VPT2) pipeline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✓ CLI: mace-gaussian run/list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✓ 4 calculator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✓ 131 tests, CI on every push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✓ Aspirin, water, CH₄, acoh, BH₃·NH₃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✓ HTML reports per molecule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D29922"/>
                </a:solidFill>
                <a:latin typeface="Consolas"/>
              </a:defRPr>
            </a:pPr>
            <a:r>
              <a:t>  ⟳ mace_off + mace_anicc wiring</a:t>
            </a:r>
          </a:p>
          <a:p>
            <a:pPr>
              <a:spcAft>
                <a:spcPts val="300"/>
              </a:spcAft>
              <a:defRPr sz="1300">
                <a:solidFill>
                  <a:srgbClr val="D29922"/>
                </a:solidFill>
                <a:latin typeface="Consolas"/>
              </a:defRPr>
            </a:pPr>
            <a:r>
              <a:t>  ⟳ Batch runner (25-mol campaign)</a:t>
            </a:r>
          </a:p>
          <a:p>
            <a:pPr>
              <a:spcAft>
                <a:spcPts val="300"/>
              </a:spcAft>
              <a:defRPr sz="1300">
                <a:solidFill>
                  <a:srgbClr val="D29922"/>
                </a:solidFill>
                <a:latin typeface="Consolas"/>
              </a:defRPr>
            </a:pPr>
            <a:r>
              <a:t>  ⟳ PubChem fetcher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Does energy surface quality or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model quality dominate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Run systematic 25-molecule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benchmark across functional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groups and molecular sizes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Long-term vision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Universal ML-QM spectroscopy tool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any molecule · any combination ·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one command: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
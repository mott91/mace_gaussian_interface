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8412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  _|_|  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_|_|  _|_|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_|  _|  _|_|_|_|  _|        _|_|_|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            GAUSSIAN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B949E"/>
                </a:solidFill>
                <a:latin typeface="Consolas"/>
              </a:defRPr>
            </a:pPr>
            <a:r>
              <a:t>// ML-accelerated IR spectrum calculations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Bottleneck for systematic benchmark campaigns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 approach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ML dipoles and energies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Possibly 10–100× faster than pure DFT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Enable rapid IR spectral predictions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Maintain DFT-level accuracy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comparison: energy surface vs dipole model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man ir_spectroscopy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the software computes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Harmonic approximation: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V(x) ≈ V₀ + ½k·x²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Diagonalise Hessian → normal modes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3N−6 frequencies ωᵢ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Intensities ∝ |Δμ/ΔQ|²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For each displaced geometry: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energy (forces → Hessian)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dipole μ⃗ (intensity)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Gaussian displaces ~hundreds of times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Anharmonic (VPT2): ongoing 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Already running. Overtones + combination bands.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Results pending full validation — next direction.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51560"/>
            <a:ext cx="4114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ML provides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Each displaced geometry → ML query: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[geometry]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↓  MACE energy model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E, F, Hessian contribution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[geometry]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↓  MACE dipole model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μ⃗ = (μ_x, μ_y, μ_z)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Both injected into Gaussian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via ZMQ bridge — next slide.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IR range: 400–4000 cm⁻¹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1 cm⁻¹ ≈ 0.124 meV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main.py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051560"/>
            <a:ext cx="859536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000">
                <a:solidFill>
                  <a:srgbClr val="3FB950"/>
                </a:solidFill>
                <a:latin typeface="Consolas"/>
              </a:defRPr>
            </a:pPr>
            <a:r>
              <a:t>                              [molecule.xyz]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                                ▼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  │  GEOMETRY OPTIMIZER   • load_geometry()  • mace_omol.optimize()        │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             ┌────────────────┴─────────────────┐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             ▼                                  ▼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┌────────────────────────────────┐  ┌────────────────────────────────────┐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  │  DFT BASELINE                  │  │  ML FREQ CALC                      │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│  ┌──────────────────┐          │  │  • load_mace_calculator()           │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│  │ Built-in opt     │          │  │    (MACE-MP / MACE-OMOL)            │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│  │ B3LYP/6-31G(d,p)│          │  │  • get_dipole_calculator()           │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│  └──────────────────┘          │  │    (Espaloma / MACE_DIPOLE)          │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│  • gaussian_freq()             │  │  • setup_zmq_server()               │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│  • gaussian_dipoles()          │  │  • launch_gaussian()                │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│  • parse_gaussian()            │  │  • zmq_dipole_loop()                │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└──────────────┬─────────────────┘  └──────────────────┬─────────────────┘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             └────────────────┬─────────────────────┘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  │  ANALYSIS   load_results → eigenvector_matching → kde → metrics → plot │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000">
                <a:solidFill>
                  <a:srgbClr val="3FB950"/>
                </a:solidFill>
                <a:latin typeface="Consolas"/>
              </a:defRPr>
            </a:pPr>
            <a:r>
              <a:t>                        generate_html_report()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dipole_methods.md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78-element coverage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MACE-OMOL-0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MACE-MP-0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MACE-OFF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MACE-ANI     organic H,C,N,O,S,F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Gaussian needs dipole derivatives for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dipoles: expensive. This is the bottleneck.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ZMQ bridge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Gaussian 'External' keyword calls gm_helper.py per geometry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gm_helper.py sends geometry over ZMQ IPC socket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zmq_server.py receives, queries ML, returns results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it works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[Gaussian]  → writes geometry → calls gm_helper.py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↓  ZMQ (IPC)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zmq_server.py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↓  MACE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↓  MACE dipole model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[Gaussian]  ← reads fort.7  ←         ↑  returns results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Why it's non-trivial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Socket cleanup: LINGER=0 + SIGKILL timeout (no orphan processes)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Absolute paths: Gaussian needs full path resolved at CLI startup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Model loading: dipole class remapping via torch.load()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don't output modes in the same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[500, 1200, 1500, 2900,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[498, 3095, 1205, 2895, 1498] cm⁻¹   ← different order!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Cannot compare by index. Need to identify which mode is which.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normal mode has an eigenvector: 3N-dimensional displacement pattern.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Modes with the same physical motion will have parallel eigenvectors.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similarity(i, j) = |v_ML[i] · v_DFT[j]|        (0 = orthogonal, 1 = same)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Assign each ML mode to its best-matching DFT mode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Robust to reordering, robust to small frequency errors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 (water)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3095 cm⁻¹ → DFT 1200 cm⁻¹  [overlap: 0.027]   ✗ wrong match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3095 cm⁻¹ → DFT 3100 cm⁻¹  [overlap: 0.989]   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analysis_results_harmonic/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Spectrum analysis reports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O                       O   OH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/ \                      ‖   |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H   H   H₂O          CH₃-C-O-C₆H₄-COOH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aspirin C₉H₈O₄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water/report.html       3 atoms  · 3 modes  · 8 combos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aspirin/report.html    19 atoms  · 51 modes · 4 combos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report: regression plots · KDE spectra · mode matching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Open: $ open analysis_results_harmonic/water/report.html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$ open analysis_results_harmonic/aspirin/report.html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analysis_results_harmonic/water/data/metrics_summary.json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water (H₂O,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mace_ml       19.0 cm⁻¹   0.9999974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espaloma      19.0 cm⁻¹   0.9999974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20.7 cm⁻¹   0.9999344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20.7 cm⁻¹   0.9999344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22.7 cm⁻¹   0.9999631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22.7 cm⁻¹   0.9999631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106.3 cm⁻¹   0.9999981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106.3 cm⁻¹   0.9999981   0.51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Frequencies: all combos excellent (R² &gt; 0.9999)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Intensities: mace_ml consistently beats espaloma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analysis_results_harmonic/aspirin/data/metrics_summary.json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aspirin (C₉H₈O₄, 51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 8.8 cm⁻¹   0.9998492   0.25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 8.8 cm⁻¹   0.9998492   0.46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 97.8 cm⁻¹   0.9957866   0.29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 97.8 cm⁻¹   0.9957866   0.15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mace_omol: best accuracy (MAE &lt; 9 cm⁻¹, R² 0.9998)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mace_mp: most speedup (~29×) but worse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benchmark.py --scaling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ML speedup scales with molecule size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Dipole step: ML vs DFT (B3LYP/6-31G(d,p))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molecule      atoms       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water       ( 3 atoms)  |=                   |  ~1×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glycine     (10 atoms)  |======              |  ~7–10×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aspirin     (21 atoms)  |====================|  ~18–29×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(3 atoms): ML overhead visible — no speedup at this scale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Glycine (10 atoms): ~7–10× — target use case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Aspirin (21 atoms): ~18–29× — strong benefit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Speedup source: DFT dipoles O(N³); ML dipoles O(N)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(estimated ranges — not benchmarked to the second)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built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ZMQ bridge: ML dipoles → Gaussian VPT2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CLI: mace-gaussian run molecule.xyz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4 energy × 2 dipole models = 8 combinations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ran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Harmonic benchmark across 8 molecules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Water, aspirin, glycine, methane, ethane, NH₃, CO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found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Frequencies: R² &gt; 0.999 across all combos ✓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Intensities: mace_ml &gt;&gt; espaloma (0.72 vs 0.52)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Speedup scales with molecule size (aspirin: ~18×)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Still open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Anharmonic validation: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VPT2 pipeline runs; accuracy TBD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Overtones + combination bands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25-molecule benchmark campaign: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Systematic across functional groups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Batch runner in progress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Thesis question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Energy surface quality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vs dipole model quality —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which dominates IR accuracy?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$ mace-gaussian run molecule.xyz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
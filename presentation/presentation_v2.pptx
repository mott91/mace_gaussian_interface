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8412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            GAUSSIAN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spectrum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Accelerate IR spectral predictions while maintaining DFT-level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ir_spectroscopy.md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IR spectra are computed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Displace each atom in x, y, z  (small nudges around equilibrium)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For each displacement, compute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Build Hessian (matrix of force constants) → diagonalise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Eigenvalues = frequencies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→ Eigenvectors = normal modes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3N−6 modes for N atoms  (e.g. water: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Where do intensities come from?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= charge distribution of the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When atoms vibrate, μ⃗ changes → molecule absorbs IR light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Intensity ∝ |∂μ/∂Q|²  (how much dipole changes per mode)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must also be evaluated at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The bottleneck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Each displacement requires E, forces F, and dipole μ⃗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DFT: full electronic structure solve per displacement (min–hrs)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ML:  single forward pass per displacement (seconds)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      [molecule.xyz]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GEOMETRY OPTIMIZER   • load_geometry()  • mace_omol.optimize()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┌────────────────┴─────────────────┐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┌────────────────────────────────┐  ┌────────────────────────────────────┐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DFT BASELINE                  │  │  ML FREQ CALC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┌──────────────────┐          │  │  • load_mace_calculator()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Built-in opt     │          │  │    (MACE-MP / MACE-OMOL)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B3LYP/6-31G(d,p)│          │  │  • get_dipole_calculator()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└──────────────────┘          │  │    (Espaloma / MACE4IR)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gaussian_freq()             │  │  • setup_zmq_server()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gaussian_dipoles()          │  │  • launch_gaussian()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parse_gaussian()            │  │  • zmq_dipole_loop()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└──────────────┬─────────────────┘  └──────────────────┬─────────────────┘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└────────────────┬─────────────────────┘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ANALYSIS   load_results → eigenvector_matching → kde → metrics → plot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-l calculators/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elements)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 (PES)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MACE-OMOL-0 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MACE-MP-0 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MACE-OFF 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MACE-ANI-CC   organic (CC training data)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58A6FF"/>
                </a:solidFill>
                <a:latin typeface="Consolas"/>
              </a:defRPr>
            </a:pPr>
            <a:r>
              <a:t>4 energy × 2 dipole = 8 combinations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Gaussian needs E, F, μ⃗ at every displaced geometry — how do we inject ML?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'External' keyword: calls an external script per displacement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We intercept this with a ZMQ bridge — no Gaussian modifications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32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┌─────────────────────┐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input file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GAUSSIAN 16      │  (geometry #n)     │     gm_helper.py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──────────────────→│     (External script)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freq=anharmonic    │                    │  sends filenames via ZMQ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external='...'     │                    └──────────────┬──────────────┘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               │ ZMQ IPC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Displaces molecule │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along each coord   │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and calls external │                    │     zmq_server.py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script each time   │          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fort.7         │  reads geometry from file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←──────────────────│  MACE energy calc → E, F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  E, F, μ⃗          │  MACE dipole calc → μ⃗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writes results to fort.7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└─────────────────────┘                    └─────────────────────────────┘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C9D1D9"/>
                </a:solidFill>
                <a:latin typeface="Consolas"/>
              </a:defRPr>
            </a:pPr>
            <a:r>
              <a:t>↻ repeats for every displacement (hundreds per molecule)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modes can be in different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[1595, 1610, 2900, 3050,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[1608, 1590, 2905, 3048, 3102] cm⁻¹   ← modes 1 &amp; 2 swapped!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1595 and 1610 are close but physically different modes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mode = eigenvector of the Hessian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Same physical motion → parallel eigenvectors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          similarity(i, j) = |v_ML[i] · v_DFT[j]|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(0 = orthogonal, 1 = identical motion)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Match by motion, not by frequency or index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1608 cm⁻¹ → DFT 1595 cm⁻¹  [overlap: 0.12]   ✗ closest freq, wrong mode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1608 cm⁻¹ → DFT 1610 cm⁻¹  [overlap: 0.97]   ✓ correct — same 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‖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C-O-C₆H₄-COOH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CH₃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metrics.json | sort-by-mae  # water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       Dipole      MAE(freq)   R²(freq)  R²(int)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MACE4IR       19.0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espaloma      19.0 cm⁻¹   1.0000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MACE4IR       20.7 cm⁻¹   0.9999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1.0000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MACE4IR       22.7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MACE4IR      106.3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1.0000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⚠ R² misleading: only 3 data points — any line fits well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MACE-MP has best R² despite 106 cm⁻¹ MAE (systematic shift)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MAE is the reliable metric here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MACE4IR consistently beats Espaloma on intensities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metrics.json | sort-by-mae  # aspirin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57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       Dipole      MAE(freq)   R²(freq)  R²(int)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MACE4IR        7.6 cm⁻¹   0.9999   0.94     35.8×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espaloma       7.6 cm⁻¹   0.9999   0.25     39.4×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   0.25     21.6×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MACE4IR        8.8 cm⁻¹   0.9998   0.96     20.5×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11.8 cm⁻¹   0.9998   0.26     19.8×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MACE4IR       11.8 cm⁻¹   0.9998   0.95     18.8×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MACE4IR       97.8 cm⁻¹   0.9958   0.56     32.1×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0.9958   0.15     34.9×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MACE-ANI-CC: best accuracy (7.6 cm⁻¹), trained on coupled cluster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MACE4IR dipole: R²(int) 0.94–0.96 vs Espaloma 0.15–0.26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— best-accuracy combo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Includes full anharmonic VPT2 calculation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atoms    best combo         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water        3      mace_anicc / MACE4IR         |=           |   1.2×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     21      mace_anicc / MACE4IR         |============|  35.8×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too small for ML to outpace DFT overhead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Aspirin: 21 atoms × 3 dirs × 2 = 126 displacements → ML faster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ZMQ bridge: ML dipoles → Gaussian VPT2 (harmonic + anharmonic)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4 energy × 2 dipole models = 8 calculator combinations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Preliminary results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Frequencies: R² &gt; 0.999 for best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Intensities: MACE4IR &gt;&gt; Espaloma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Speedup: ~36× on aspirin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Next steps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benchmark campaign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Growing size: CH₄ → C₂H₆ → C₃H₈ → C₄H₁₀ (scaling)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Molecules with more exotic atoms: S, P, halogens, metals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Larger systems: peptides, drug-like molecules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Batch processing: HPC queue integration for large campaigns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ORCA integration: open-source QM engine as Gaussian alternative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
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MACE_DIPOLE)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4 energy × 2 dipole = 8 combos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displacement #n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GAUSSIAN 16      │ ──────────────────→│     gm_helper.py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(External script)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freq=anharmonic  │                    └──────────────┬──────────────┘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external='...'   │                                   │ ZMQ IPC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                 │                    │     zmq_server.py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    fort.7         │  ┌─ MACE energy → E, F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←──────────────────│  └─ MACE dipole → μ⃗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E, F, μ⃗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↻ repeats for every displacement (hundreds per molecule)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modes can be in different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[1595, 1610, 2900, 3050,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[1608, 1590, 2905, 3048, 3102] cm⁻¹   ← modes 1 &amp; 2 swapped!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1595 and 1610 are close but physically different modes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mode = eigenvector (3N-dim displacement pattern)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Same physical motion → parallel eigenvectors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          similarity(i, j) = |v_ML[i] · v_DFT[j]|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(0 = orthogonal, 1 = identical motion)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Match by motion, not by frequency or index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1608 cm⁻¹ → DFT 1595 cm⁻¹  [overlap: 0.12]   ✗ closest freq, wrong mode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1608 cm⁻¹ → DFT 1610 cm⁻¹  [overlap: 0.97]   ✓ correct — same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‖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C-O-C₆H₄-COOH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CH₃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mace_ml       19.0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19.0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1.0000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⚠ R²(freq) misleading: only 3 data points — any line fits well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MACE-MP has best R² despite 106 cm⁻¹ MAE (systematic shift)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MAE is the reliable metric here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mace_ml consistently beats espaloma on intensities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aspirin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57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mace_ml        7.6 cm⁻¹   0.9999   0.94     35.8×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 7.6 cm⁻¹   0.9999   0.25     39.4×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   0.25     21.6×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   0.96     20.5×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11.8 cm⁻¹   0.9998   0.26     19.8×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11.8 cm⁻¹   0.9998   0.95     18.8×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0.9958   0.56     32.1×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0.9958   0.15     34.9×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57 modes: R² now meaningful — MACE-MP drops to 0.9958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MACE-ANI-CC: best accuracy (7.6 cm⁻¹), trained on coupled cluster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mace_ml dipole: R²(int) 0.94–0.96 vs espaloma 0.15–0.26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scales with molecule size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Dipole step: ML vs DFT (B3LYP/6-31G(d,p))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  atoms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( 3 atoms)  |=                   |  ~1×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glycine     (10 atoms)  |======              |  ~7–10×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aspirin     (21 atoms)  |====================|  ~18–29×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(3 atoms): ML overhead visible — no speedup at this scale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Glycine (10 atoms): ~7–10× — target use case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 (21 atoms): ~18–29× — strong benefit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Speedup source: DFT dipoles O(N³); ML dipoles O(N)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(estimated ranges — not benchmarked to the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
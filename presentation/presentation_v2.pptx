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elements)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mace_ml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 (MACE-ANI-CC, MACE-OMOL)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 (R² 0.95 vs 0.25 on aspirin)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 (incl. anharmonic)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
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8412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            GAUSSIAN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spectrum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systematic benchmark campaigns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Enable rapid IR spectral predictions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Maintain DFT-level accuracy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comparison: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ir_spectroscopy.md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IR spectra are computed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Displace each atom in x, y, z  (small nudges around equilibrium)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For each displacement, compute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Build Hessian (matrix of force constants) → diagonalise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Eigenvalues = frequencies, eigenvectors = normal modes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3N−6 modes for N atoms  (e.g. water: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Where do intensities come from?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μ⃗ = charge distribution of the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When atoms vibrate, μ⃗ changes → molecule absorbs IR light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Intensity ∝ |∂μ/∂Q|²  (how much dipole changes per mode)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So we also need μ⃗ at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The bottleneck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Gaussian displaces the molecule hundreds of times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Each time: needs energy E, forces F, and dipole μ⃗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With DFT: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With ML:  seconds  ← this is what we replace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      [molecule.xyz]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GEOMETRY OPTIMIZER   • load_geometry()  • mace_omol.optimize()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┌────────────────┴─────────────────┐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▼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┌────────────────────────────────┐  ┌────────────────────────────────────┐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DFT BASELINE                  │  │  ML FREQ CALC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┌──────────────────┐          │  │  • load_mace_calculator()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Built-in opt     │          │  │    (MACE-MP / MACE-OMOL)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B3LYP/6-31G(d,p)│          │  │  • get_dipole_calculator()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└──────────────────┘          │  │    (Espaloma / MACE_DIPOLE)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gaussian_freq()             │  │  • setup_zmq_server()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gaussian_dipoles()          │  │  • launch_gaussian()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parse_gaussian()            │  │  • zmq_dipole_loop()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└──────────────┬─────────────────┘  └──────────────────┬─────────────────┘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└────────────────┬─────────────────────┘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ANALYSIS   load_results → eigenvector_matching → kde → metrics → plot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generate_html_report()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-l calculators/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78-element coverage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 (PES)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MACE-OMOL-0 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MACE-MP-0 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MACE-OFF 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MACE-ANI-CC   organic (CC training data)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4 energy × 2 dipole = 8 combos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Gaussian needs E, F, μ⃗ at every displaced geometry — how do we inject ML?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'External' keyword: calls an external script per displacement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We intercept this with a ZMQ bridge — no Gaussian modifications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32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┌─────────────────────┐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displacement #n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GAUSSIAN 16      │ ──────────────────→│     gm_helper.py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(External script)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freq=anharmonic  │                    └──────────────┬──────────────┘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external='...'   │                                   │ ZMQ IPC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                 │                    │     zmq_server.py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    fort.7         │  ┌─ MACE energy → E, F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←──────────────────│  └─ MACE dipole → μ⃗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E, F, μ⃗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└─────────────────────┘                    └─────────────────────────────┘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↻ repeats for every displacement (hundreds per molecule)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don't output modes in the same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[500, 1200, 1500, 2900,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[498, 3095, 1205, 2895, 1498] cm⁻¹   ← different order!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Cannot compare by index. Need to identify which mode is which.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normal mode has an eigenvector: 3N-dimensional displacement pattern.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Modes with the same physical motion will have parallel eigenvectors.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similarity(i, j) = |v_ML[i] · v_DFT[j]|        (0 = orthogonal, 1 = same)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Assign each ML mode to its best-matching DFT mode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Robust to reordering, robust to small frequency errors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 (water)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3095 cm⁻¹ → DFT 1200 cm⁻¹  [overlap: 0.027]   ✗ wrong match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3095 cm⁻¹ → DFT 3100 cm⁻¹  [overlap: 0.989]   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Spectrum analysis reports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                       O   OH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                      ‖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          CH₃-C-O-C₆H₄-COOH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water/report.html       3 atoms  · 3 modes  · 8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aspirin/report.html    19 atoms  · 51 modes · 4 combos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report: regression plots · KDE spectra · mode matching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Open: $ open analysis_results_harmonic/water/report.html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$ open analysis_results_harmonic/aspirin/report.html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analysis_results_harmonic/water/data/metrics_summary.json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mace_ml       19.0 cm⁻¹   0.9999974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espaloma      19.0 cm⁻¹   0.9999974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0.9999344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20.7 cm⁻¹   0.9999344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0.9999631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22.7 cm⁻¹   0.9999631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106.3 cm⁻¹   0.9999981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0.9999981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Frequencies: all combos excellent (R² &gt; 0.9999)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Intensities: mace_ml consistently beats espaloma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analysis_results_harmonic/aspirin/data/metrics_summary.json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51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0.9998492   0.25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 8.8 cm⁻¹   0.9998492   0.46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 97.8 cm⁻¹   0.9957866   0.29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0.9957866   0.15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mace_omol: best accuracy (MAE &lt; 9 cm⁻¹, R² 0.9998)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mace_mp: most speedup (~29×) but worse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scales with molecule size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Dipole step: ML vs DFT (B3LYP/6-31G(d,p))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  atoms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water       ( 3 atoms)  |=                   |  ~1×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glycine     (10 atoms)  |======              |  ~7–10×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aspirin     (21 atoms)  |====================|  ~18–29×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(3 atoms): ML overhead visible — no speedup at this scale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Glycine (10 atoms): ~7–10× — target use case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 (21 atoms): ~18–29× — strong benefit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Speedup source: DFT dipoles O(N³); ML dipoles O(N)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(estimated ranges — not benchmarked to the second)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ZMQ bridge: ML dipoles → Gaussian VPT2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CLI: mace-gaussian run molecule.xyz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4 energy × 2 dipole models = 8 combinations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ran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benchmark across 8 molecules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Water, aspirin, glycine, methane, ethane, NH₃, CO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found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Frequencies: R² &gt; 0.999 across all combos ✓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Intensities: mace_ml &gt;&gt; espaloma (0.72 vs 0.52)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Speedup scales with molecule size (aspirin: ~18×)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Still open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Anharmonic validation: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VPT2 pipeline runs; accuracy TBD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Overtones + combination bands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25-molecule benchmark campaign: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Systematic across functional groups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Batch runner in progress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Thesis question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Energy surface quality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vs dipole model quality —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which dominates IR accuracy?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$ mace-gaussian run molecule.xyz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
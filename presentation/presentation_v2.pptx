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1051560"/>
            <a:ext cx="8961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 algn="ctr"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 algn="ctr"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 algn="ctr"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 algn="ctr"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needs dipole derivatives for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dipoles: expensive. This is the bottleneck.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ZMQ bridge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'External' keyword calls gm_helper.py per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gm_helper.py sends geometry over ZMQ IPC socket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zmq_server.py receives, queries ML,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it works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→ writes geometry → calls gm_helper.py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ZMQ (IPC)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zmq_server.py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dipole model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← reads fort.7  ←         ↑ 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Why it's non-trivial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Socket cleanup: LINGER=0 + SIGKILL timeout (no orphan processes)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Absolute paths: Gaussian needs full path resolved at CLI startup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Model loading: dipole class remapping via torch.load()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[498, 3095, 1205, 2895, 1498] cm⁻¹   ← different order!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index. Need to identify which mode is which.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 (water)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3095 cm⁻¹ → DFT 1200 cm⁻¹  [overlap: 0.027]   ✗ wrong match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3095 cm⁻¹ → DFT 3100 cm⁻¹  [overlap: 0.989]   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Spectrum analysis reports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                       O   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                      ‖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          CH₃-C-O-C₆H₄-COOH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Open: $ open analysis_results_harmonic/water/report.html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$ open analysis_results_harmonic/aspirin/report.html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
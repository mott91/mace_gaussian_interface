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0"/>
            <a:ext cx="402336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__  __   _   ___ ___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 \/  | /_\ / __| 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|\/| |/ _ \ (__| _|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|_|  |_/_/ \_\___|___|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     GAUSSIAN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ML-accelerated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IR spectroscopy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/ \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H   H   H₂O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OH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‖   |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CH₃-C-O-C₆H₄-COOH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aspirin C₉H₈O₄        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0" y="914400"/>
            <a:ext cx="914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914400"/>
            <a:ext cx="42062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mot@hofer-hpc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OS       Hofer Lab · TU München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Shell    zsh + oh-my-zsh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Project  mace-gaussian v1.1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Method   VPT2 + ML Dipoles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Engine   Gaussian 16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Bridge   ZMQ (IPC socket)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ML       MACE-OMOL-0, MACE-MP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Dipoles  MACE4IR / Espaloma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Combos   4 energy × 2 dipole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Tests    131 passing ✓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CI       GitHub Actions ✓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▓▓▓▓▓▓▓▓▓▓▓▓▓▓▓▓▓▓▓▓▓▓▓▓▓▓▓▓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 (minutes to hours per molecule)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Anharmonic VPT2: even more expensive — scales as O(N⁴)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any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ML-QM: ML computes dipole derivatives in real-time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 injects results into Gaussian — no modifications needed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10–100× faster than pure DFT for dipole-heavy steps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Rapid IR predictions across chemical space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Thesis question: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the software computes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approximation: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Diagonalise Hessian →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3N−6 frequencies ωᵢ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Intensities ∝ |Δμ/ΔQ|²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For each displaced geometry: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energy (forces → Hessian)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μ⃗ (intensity)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displaces ~hundreds of times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Anharmonic (VPT2): ongoing 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Already running. Overtones + combination bands.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Results pending full validation — next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ML provides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Each displaced geometry → ML query: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energy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E, F, Hessian contribution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dipole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μ⃗ = (μ_x, μ_y, μ_z)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Both injected into Gaussian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via ZMQ bridge — next slide.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IR range: 400–4000 cm⁻¹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1 cm⁻¹ ≈ 0.124 meV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  #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[molecule.xyz]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GEOMETRY OPTIMIZER  (MACE-OMOL-0 + ASE)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┌──────────────┴──────────────┐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DFT BASELINE                │   ┌─────────────────────────────┐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B3LYP/6-31G(d,p)           │   │ ML FREQ CALC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gaussian_freq()             │   │ load_mace_calculator()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parse_gaussian()            │   │ get_dipole_calculator()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└──────────────┬──────────────┘   │ setup_zmq_server()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│                  │ launch_gaussian()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└──────────────────┤ zmq_dipole_loop()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└──────────────┬──────────────┘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ANALYSIS  eigenvector_match → kde_broaden → metrics → HTML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 bridge: how it works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Gaussian 16: 'External' keyword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calls a helper script for each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displaced geometry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┌──────────────────────────────┐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Gaussian (Fortran)  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↓  writes geometry file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↓  calls gm_helper.py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└────────────┬─────────────────┘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             │ ZMQ (IPC socket)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┌────────────┴─────────────────┐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gm_main.py  (Python)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→ MACE energy + forces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→ dipole calculator 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← returns fort.7 format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Key engineering challenges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LINGER=0: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ZMQ socket must close cleanly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Fixed: explicit SIGKILL timeout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Absolute paths: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needs full path to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helper script in .gjf files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Resolved at CLI startup via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MACE_HELPER_SCRIPT_PATH env var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 module loading: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model saved with different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class paths than runtime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mace_loader.py handles remapping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via torch.load(pickle_module=…)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HTML reports generated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gly/report.html        10 atoms  · 24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ammonia/report.html     4 atoms  · 6 modes  · 4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CH4_ase/report.html     5 atoms  · 9 modes  · 4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C2H6_ase/report.html    8 atoms  · 18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co/report.html          2 atoms  · 1 mode  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bh3_nh3/report.html     6 atoms  · 12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Anharmonic reports also in analysis_results/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results/water/metrics_summary.json | sort-by-freq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frequency MAE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Dipole     MAE(freq)   R²(freq)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  ─  ─  ─  ─  ─  ─  ─  ─  ─  ─  ─  ─  ─  ─  ─  ─  ─  ─  ─  ─  ─  ─  ─  ─  ─  ─  ─  ─  ─  ─  ─  ─  ─  ─  ─  ─  ─  ─  ─  ─  ─  ─  ─  ─  ─  ─  ─  ─  ─  ─  ─  ─  ─  ─  ─  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mace_ml      19 cm⁻¹   0.999997     0.72  ✓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espaloma     19 cm⁻¹   0.999997     0.52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mace_off       mace_ml      21 cm⁻¹   0.999934     0.72  ✓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espaloma     21 cm⁻¹   0.999934     0.52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mace_omol      mace_ml      23 cm⁻¹   0.999963     0.72  ✓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espaloma     23 cm⁻¹   0.999963     0.52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mace_mp        mace_ml     106 cm⁻¹   0.999998     0.72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mace_mp        espaloma    106 cm⁻¹   0.999998  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except mace_mp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mace_ml dipole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
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displacement #n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──────────────────→│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freq=anharmonic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external='...'   │                                   │ ZMQ IPC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          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  fort.7         │  ┌─ MACE energy → E, F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└─ MACE dipole → μ⃗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↻ repeats for every displacement (hundreds per molecule)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modes can be in different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2905, 3048, 3102] cm⁻¹   ← modes 1 &amp; 2 swapped!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1595 and 1610 are close but physically different modes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mode = eigenvector (3N-dim displacement pattern)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Same physical motion → parallel eigenvectors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          similarity(i, j) = |v_ML[i] · v_DFT[j]|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(0 = orthogonal, 1 = identical motion)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by motion, not by frequency or index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/ \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H   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     H₂O  (3 atoms,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COOH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/--( )--\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|       |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\--( )--/     ‖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|    O---C-CH₃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     aspirin  C₉H₈O₄  (21 atoms, 57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
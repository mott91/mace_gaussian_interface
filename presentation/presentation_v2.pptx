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0"/>
            <a:ext cx="402336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__  __   _   ___ ___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 \/  | /_\ / __| 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|\/| |/ _ \ (__| _|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|_|  |_/_/ \_\___|___|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     GAUSSIAN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ML-accelerated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IR spectroscopy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/ \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H   H   H₂O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OH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‖   |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CH₃-C-O-C₆H₄-COOH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aspirin C₉H₈O₄         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0" y="914400"/>
            <a:ext cx="914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914400"/>
            <a:ext cx="42062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mot@hofer-hpc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OS       Hofer Lab · TU München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Shell    zsh + oh-my-zsh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Project  mace-gaussian v1.1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Method   VPT2 + ML Dipoles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Engine   Gaussian 16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Bridge   ZMQ (IPC socket)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ML       MACE-OMOL-0, MACE-MP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Dipoles  MACE4IR / Espaloma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Combos   4 energy × 2 dipole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Tests    131 passing ✓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CI       GitHub Actions ✓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▓▓▓▓▓▓▓▓▓▓▓▓▓▓▓▓▓▓▓▓▓▓▓▓▓▓▓▓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man ir_spectroscopy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the software computes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approximation: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≈ V₀ + ½k·x²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Diagonalise Hessian → normal modes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3N−6 frequencies ωᵢ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Intensities ∝ |Δμ/ΔQ|²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For each displaced geometry: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energy (forces → Hessian)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μ⃗ (intensity)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displaces ~hundreds of times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Anharmonic (VPT2): ongoing 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Already running. Overtones + combination bands.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Results pending full validation — next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ML provides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Each displaced geometry → ML query: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energy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E, F, Hessian contribution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dipole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μ⃗ = (μ_x, μ_y, μ_z)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Both injected into Gaussian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via ZMQ bridge — next slide.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IR range: 400–4000 cm⁻¹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1 cm⁻¹ ≈ 0.124 meV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  #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[molecule.xyz]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         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load_geometry()  • mace_omol.optimize()  • ase_to_gjf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└──────────────┬────────────────────────┬──────────────────┘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│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┌──────────────────────┐  ┌────────────────────────────────┐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│  │  ML FREQ CALC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 │  │      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┌────────────────┐  │  │  • load_mace_calculator()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│  │  │    (MACE-MP / MACE-OMOL)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 │  │  • get_dipole_calculator()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└────────────────┘  │  │    (Espaloma / MACE_DIPOLE)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 │  │  • setup_zmq_server()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│  │  • launch_gaussian()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gaussian_dipoles()│  │  • zmq_dipole_loop()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│  │      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└──────────┬───────────┘  └───────────────┬────────────────┘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│    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▼ 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&amp; COMPARISON         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load_results → find_dft_baseline → eigenvector_matching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→ kde_broaden → calculate_metrics → plot_regression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└─────────────────────────┬────────────────────────────────┘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needs dipole derivatives for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dipoles: expensive. This is the bottleneck.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ZMQ bridge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'External' keyword calls gm_helper.py per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gm_helper.py sends geometry over ZMQ IPC socket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zmq_server.py receives, queries ML,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it works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→ writes geometry → calls gm_helper.py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ZMQ (IPC)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zmq_server.py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dipole model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← reads fort.7  ←         ↑ 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Why it's non-trivial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Socket cleanup: LINGER=0 + SIGKILL timeout (no orphan processes)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Absolute paths: Gaussian needs full path resolved at CLI startup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Model loading: dipole class remapping via torch.load()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
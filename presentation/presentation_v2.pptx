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0"/>
            <a:ext cx="402336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 __  __   _   ___ ___ 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  \/  | /_\ / __| __|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 |\/| |/ _ \ (__| _| 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|_|  |_/_/ \_\___|___|   </a:t>
            </a:r>
          </a:p>
          <a:p>
            <a:pPr>
              <a:spcAft>
                <a:spcPts val="0"/>
              </a:spcAft>
              <a:defRPr sz="1500">
                <a:solidFill>
                  <a:srgbClr val="3FB950"/>
                </a:solidFill>
                <a:latin typeface="Consolas"/>
              </a:defRPr>
            </a:pPr>
            <a:r>
              <a:t>       GAUSSIAN    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// ML-accelerated 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// IR spectroscopy       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O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/ \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H   H   H₂O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     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O   OH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  ‖   |         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CH₃-C-O-C₆H₄-COOH        </a:t>
            </a:r>
          </a:p>
          <a:p>
            <a:pPr>
              <a:spcAft>
                <a:spcPts val="0"/>
              </a:spcAft>
              <a:defRPr sz="1500">
                <a:solidFill>
                  <a:srgbClr val="58A6FF"/>
                </a:solidFill>
                <a:latin typeface="Consolas"/>
              </a:defRPr>
            </a:pPr>
            <a:r>
              <a:t>   aspirin C₉H₈O₄         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80560" y="914400"/>
            <a:ext cx="9144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  <a:p>
            <a:pPr>
              <a:spcAft>
                <a:spcPts val="0"/>
              </a:spcAft>
              <a:defRPr sz="1500">
                <a:solidFill>
                  <a:srgbClr val="8B949E"/>
                </a:solidFill>
                <a:latin typeface="Consolas"/>
              </a:defRPr>
            </a:pPr>
            <a:r>
              <a:t>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914400"/>
            <a:ext cx="4206240" cy="5120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mot@hofer-hpc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OS       Hofer Lab · TU München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Shell    zsh + oh-my-zsh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Project  mace-gaussian v1.1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Method   VPT2 + ML Dipoles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Engine   Gaussian 16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Bridge   ZMQ (IPC socket)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ML       MACE-OMOL-0, MACE-MP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Dipoles  MACE4IR / Espaloma</a:t>
            </a:r>
          </a:p>
          <a:p>
            <a:pPr>
              <a:spcAft>
                <a:spcPts val="1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Combos   4 energy × 2 dipole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Tests    131 passing ✓</a:t>
            </a:r>
          </a:p>
          <a:p>
            <a:pPr>
              <a:spcAft>
                <a:spcPts val="1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CI       GitHub Actions ✓</a:t>
            </a:r>
          </a:p>
          <a:p>
            <a:pPr>
              <a:spcAft>
                <a:spcPts val="1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────────────────────────────</a:t>
            </a:r>
          </a:p>
          <a:p>
            <a:pPr>
              <a:spcAft>
                <a:spcPts val="1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▓▓▓▓▓▓▓▓▓▓▓▓▓▓▓▓▓▓▓▓▓▓▓▓▓▓▓▓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man ir_spectroscopy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the software computes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approximation: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V(x) ≈ V₀ + ½k·x²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Diagonalise Hessian → normal modes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3N−6 frequencies ωᵢ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Intensities ∝ |Δμ/ΔQ|²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For each displaced geometry: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energy (forces → Hessian)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dipole μ⃗ (intensity)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displaces ~hundreds of times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Anharmonic (VPT2): ongoing 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Already running. Overtones + combination bands.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Results pending full validation — next direction.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51560"/>
            <a:ext cx="4114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ML provides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Each displaced geometry → ML query: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[geometry]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↓  MACE energy model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E, F, Hessian contribution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[geometry]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↓  MACE dipole model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μ⃗ = (μ_x, μ_y, μ_z)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Both injected into Gaussian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via ZMQ bridge — next slide.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IR range: 400–4000 cm⁻¹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1 cm⁻¹ ≈ 0.124 meV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main.py  #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[molecule.xyz]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↓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GEOMETRY OPTIMIZER  (MACE-OMOL-0 + ASE)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└──────────────┬──────────────────────────────────────┘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↓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┌──────────────┴──────────────┐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DFT BASELINE                │   ┌─────────────────────────────┐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B3LYP/6-31G(d,p)           │   │ ML FREQ CALC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Gaussian 16                 │   │ MACE energy + forces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freq + dipoles              │   │ MACE dipole model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└──────────────┬──────────────┘   │ ZMQ bridge (zmq_server.py)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│                  │                     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└──────────────────┤ → fort.7 → Gaussian  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└──────────────┬──────────────┘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  ↓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ANALYSIS  eigenvector matching → KDE broadening → HTML      │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dipole_methods.md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MACE-OMOL-0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MACE-MP-0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MACE-OFF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MACE-ANI     organic H,C,N,O,S,F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Gaussian needs dipole derivatives for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dipoles: expensive. This is the bottleneck.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ZMQ bridge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Gaussian 'External' keyword calls gm_helper.py per geometry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gm_helper.py sends geometry over ZMQ IPC socket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zmq_server.py receives, queries ML, returns results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it works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[Gaussian]  → writes geometry → calls gm_helper.py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ZMQ (IPC)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zmq_server.py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MACE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↓  MACE dipole model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[Gaussian]  ← reads fort.7  ←         ↑  returns results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Why it's non-trivial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Socket cleanup: LINGER=0 + SIGKILL timeout (no orphan processes)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Absolute paths: Gaussian needs full path resolved at CLI startup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Model loading: dipole class remapping via torch.load()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don't output modes in the same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[500, 1200, 1500, 2900,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[498, 3095, 1205, 2895, 1498] cm⁻¹   ← different order!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Cannot compare by index. Need to identify which mode is which.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normal mode has an eigenvector: 3N-dimensional displacement pattern.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Modes with the same physical motion will have parallel eigenvectors.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similarity(i, j) = |v_ML[i] · v_DFT[j]|        (0 = orthogonal, 1 = same)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Assign each ML mode to its best-matching DFT mode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Robust to reordering, robust to small frequency errors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 (water)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3095 cm⁻¹ → DFT 1200 cm⁻¹  [overlap: 0.027]   ✗ wrong match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3095 cm⁻¹ → DFT 3100 cm⁻¹  [overlap: 0.989]   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Spectrum analysis reports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                       O   OH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                      ‖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          CH₃-C-O-C₆H₄-COOH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water/report.html       3 atoms  · 3 modes  · 8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aspirin/report.html    19 atoms  · 51 modes · 4 combos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report: regression plots · KDE spectra · mode matching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Open: $ open analysis_results_harmonic/water/report.html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$ open analysis_results_harmonic/aspirin/report.html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analysis_results_harmonic/water/data/metrics_summary.json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mace_ml       19.0 cm⁻¹   0.9999974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mace_anicc      espaloma      19.0 cm⁻¹   0.9999974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0.9999344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0.9999344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0.9999631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0.9999631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0.9999981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0.9999981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Frequencies: all combos excellent (R² &gt; 0.9999)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Intensities: mace_ml consistently beats espaloma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analysis_results_harmonic/aspirin/data/metrics_summary.json | sort-by-mae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51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MAE(freq)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model    Dipole      MAE(freq)   R²(freq)    R²(intens)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0.9998492   0.25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0.9998492   0.46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0.9957866   0.29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0.9957866   0.15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mace_omol: best accuracy (MAE &lt; 9 cm⁻¹, R² 0.9998)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mace_mp: most speedup (~29×) but worse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scales with molecule size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Dipole step: ML vs DFT (B3LYP/6-31G(d,p))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  atoms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( 3 atoms)  |=                   |  ~1×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glycine     (10 atoms)  |======              |  ~7–10×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aspirin     (21 atoms)  |====================|  ~18–29×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(3 atoms): ML overhead visible — no speedup at this scale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Glycine (10 atoms): ~7–10× — target use case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 (21 atoms): ~18–29× — strong benefit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Speedup source: DFT dipoles O(N³); ML dipoles O(N)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(estimated ranges — not benchmarked to the second)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
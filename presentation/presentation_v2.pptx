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Accelerate IR spectral predictions while maintaining DFT-level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Eigenvalues = frequencies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→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must also be evaluated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displacement requires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DFT: full electronic structure solve per displacement (min–hrs)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ML:  single forward pass per displacement (seconds)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elements)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58A6FF"/>
                </a:solidFill>
                <a:latin typeface="Consolas"/>
              </a:defRPr>
            </a:pPr>
            <a:r>
              <a:t>4 energy × 2 dipole = 8 combinations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input file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 (geometry #n)     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──────────────────→│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freq=anharmonic    │                    │  sends filenames via ZMQ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external='...'     │                    └───────────┬────────────────┘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ZMQ ↓ ↑ 'done'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Displaces molecule │                    ┌───────────┴────────────────┐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along each coord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and calls external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script each time   │                    │  reads geometry from file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               │  MACE energy calc → E, F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reads fort.7 when  │     fort.7         │  MACE dipole calc → μ⃗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helper exits       │ ←──────────────────│  writes results to fort.7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9D1D9"/>
                </a:solidFill>
                <a:latin typeface="Consolas"/>
              </a:defRPr>
            </a:pPr>
            <a:r>
              <a:t>↻ repeats for every displacement (hundreds per molecule)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of the Hessian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MACE4IR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MACE4IR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Molecules with more exotic atoms: S, P, halogens, metals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
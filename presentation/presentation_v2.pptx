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3045, 3098, 2895] cm⁻¹   ← swapped + reordered!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Modes 1 &amp; 2 are close (1595 vs 1610) but physically different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 — need to identify which mode is which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
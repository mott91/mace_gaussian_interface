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463040"/>
            <a:ext cx="841248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  _|_|      _|_|_|  _|_|_|_|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_|_|  _|_|  _|    _|  _|        _|    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_|  _|  _|_|_|_|  _|        _|_|_|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_|    _|  _|        _|    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_|    _|    _|_|_|  _|_|_|_|  </a:t>
            </a:r>
          </a:p>
          <a:p>
            <a:pPr algn="ctr">
              <a:spcAft>
                <a:spcPts val="0"/>
              </a:spcAft>
              <a:defRPr sz="1600">
                <a:solidFill>
                  <a:srgbClr val="3FB950"/>
                </a:solidFill>
                <a:latin typeface="Consolas"/>
              </a:defRPr>
            </a:pPr>
            <a:r>
              <a:t>              GAUSSIAN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8B949E"/>
                </a:solidFill>
                <a:latin typeface="Consolas"/>
              </a:defRPr>
            </a:pPr>
            <a:r>
              <a:t>// ML-accelerated IR spectrum calculations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motivation.md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DFT frequency calculations: slow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Minutes to hours per molecule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Bottleneck for systematic benchmark campaigns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Hybrid ML-QM approach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ML dipoles and energies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Possibly 10–100× faster than pure DFT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Impact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Enable rapid IR spectral predictions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Maintain DFT-level accuracy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Systematic comparison: energy surface vs dipole model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ir_spectroscopy.md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How IR spectra are computed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Displace each atom in x, y, z  (small nudges around equilibrium)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For each displacement, compute energy + forces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Build Hessian (matrix of force constants) → diagonalise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Eigenvalues = frequencies, eigenvectors = normal modes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3N−6 modes for N atoms  (e.g. water: 3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Where do intensities come from?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Dipole μ⃗ = charge distribution of the molecule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When atoms vibrate, μ⃗ changes → molecule absorbs IR light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Intensity ∝ |∂μ/∂Q|²  (how much dipole changes per mode)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So we also need μ⃗ at every displaced geometry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The bottleneck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Gaussian displaces the molecule hundreds of times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Each time: needs energy E, forces F, and dipole μ⃗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With DFT: minutes to hours per molecule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→ With ML:  seconds  ← this is what we replace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python3 workflow.py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                       [molecule.xyz]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GEOMETRY OPTIMIZER   • load_geometry()  • mace_omol.optimize()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└───────────────────────────────┬────────────────────────────────────────┘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┌────────────────┴─────────────────┐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▼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┌────────────────────────────────┐  ┌────────────────────────────────────┐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DFT BASELINE                  │  │  ML FREQ CALC      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┌──────────────────┐          │  │  • load_mace_calculator()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│ Built-in opt     │          │  │    (MACE-MP / MACE-OMOL)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│ B3LYP/6-31G(d,p)│          │  │  • get_dipole_calculator()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└──────────────────┘          │  │    (Espaloma / MACE_DIPOLE)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• gaussian_freq()             │  │  • setup_zmq_server()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• gaussian_dipoles()          │  │  • launch_gaussian()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• parse_gaussian()            │  │  • zmq_dipole_loop()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└──────────────┬─────────────────┘  └──────────────────┬─────────────────┘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└────────────────┬─────────────────────┘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ANALYSIS   load_results → eigenvector_matching → kde → metrics → plot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└───────────────────────────────┬────────────────────────────────────────┘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                 generate_html_report()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ls -l calculators/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4389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MACE4IR (direct dipole)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Input: atomic positions + species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E(3)-equivariant GNN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μ = (μx, μy, μz)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Equivariant: respects rotations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Trained specifically on dipoles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78-element coverage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Custom MACE4IR model (78 el.)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Fast — single forward pass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Why E(3)-equivariance matters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Dipole is a vector — it must rotate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with the molecule. Standard NNs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don't guarantee this.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0" y="105156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Espaloma (charge-based dipole)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Input: molecular graph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graph neural network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partial charges q₁…qₙ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μ = Σ qᵢ · rᵢ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dipole vector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Physics-based construction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Interpretable (charges visible)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Available as pip package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No custom model needed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Energy calculators (PES)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MACE-OMOL-0   molecules, default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MACE-MP-0     universal (130 el.)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MACE-OFF      organic molecules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MACE-ANI-CC   organic (CC training data)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4 energy × 2 dipole = 8 combos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zmq_bridge.md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Gaussian needs E, F, μ⃗ at every displaced geometry — how do we inject ML?</a:t>
            </a:r>
          </a:p>
          <a:p>
            <a:pPr>
              <a:spcAft>
                <a:spcPts val="2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Gaussian 'External' keyword: calls an external script per displacement</a:t>
            </a:r>
          </a:p>
          <a:p>
            <a:pPr>
              <a:spcAft>
                <a:spcPts val="2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We intercept this with a ZMQ bridge — no Gaussian modifications needed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56032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┌─────────────────────┐                    ┌─────────────────────────────┐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displacement #n  │             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  GAUSSIAN 16      │ ──────────────────→│     gm_helper.py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                 │     (External script)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freq=anharmonic  │                    └──────────────┬──────────────┘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external='...'   │                                   │ ZMQ IPC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                 ┌─────────────────────────────┐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                   │                    │     zmq_server.py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                 │             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│                     │     fort.7         │  ┌─ MACE energy → E, F     │</a:t>
            </a:r>
          </a:p>
          <a:p>
            <a:pPr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│                     │ ←──────────────────│  └─ MACE dipole → μ⃗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E, F, μ⃗          │             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└─────────────────────┘                    └─────────────────────────────┘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↻ repeats for every displacement (hundreds per molecule)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mode_matching.md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Problem: ML and DFT modes can be in different order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DFT:  [1595, 1610, 2900, 3050, 3100] cm⁻¹</a:t>
            </a: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ML:   [1608, 1590, 2905, 3048, 3102] cm⁻¹   ← modes 1 &amp; 2 swapped!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1595 and 1610 are close but physically different modes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Solution: Eigenvector dot product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Each mode = eigenvector (3N-dim displacement pattern)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Same physical motion → parallel eigenvectors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            similarity(i, j) = |v_ML[i] · v_DFT[j]|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(0 = orthogonal, 1 = identical motion)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Match by motion, not by frequency or index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Example</a:t>
            </a:r>
          </a:p>
          <a:p>
            <a:pPr>
              <a:spcAft>
                <a:spcPts val="400"/>
              </a:spcAft>
              <a:defRPr sz="1400">
                <a:solidFill>
                  <a:srgbClr val="F85149"/>
                </a:solidFill>
                <a:latin typeface="Consolas"/>
              </a:defRPr>
            </a:pPr>
            <a:r>
              <a:t>  ML 1608 cm⁻¹ → DFT 1595 cm⁻¹  [overlap: 0.12]   ✗ closest freq, wrong mode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ML 1608 cm⁻¹ → DFT 1610 cm⁻¹  [overlap: 0.97]   ✓ correct — same motion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ls analysis_results_harmonic/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O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/ \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H   H   H₂O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→ water/report.html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O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‖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C-O-C₆H₄-COOH   aspirin C₉H₈O₄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|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CH₃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→ aspirin/report.html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metrics.json | sort-by-mae  # water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Harmonic benchmark — water (H₂O, 3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Ref: B3LYP/6-31G(d,p)   |   sorted by MAE ascending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Energy        Dipole      MAE(freq)   R²(freq)  R²(int)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mace_anicc      mace_ml       19.0 cm⁻¹   1.0000   0.72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mace_anicc      espaloma      19.0 cm⁻¹   1.0000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espaloma      20.7 cm⁻¹   0.9999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mace_ml       20.7 cm⁻¹   0.9999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espaloma      22.7 cm⁻¹   1.0000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mace_ml       22.7 cm⁻¹   1.0000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mace_ml      106.3 cm⁻¹   1.0000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espaloma     106.3 cm⁻¹   1.0000   0.51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⚠ R²(freq) misleading: only 3 data points — any line fits well</a:t>
            </a: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  MACE-MP has best R² despite 106 cm⁻¹ MAE (systematic shift)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MAE is the reliable metric here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mace_ml consistently beats espaloma on intensities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metrics.json | sort-by-mae  # aspirin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Harmonic benchmark — aspirin (C₉H₈O₄, 57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Ref: B3LYP/6-31G(d,p)   |   sorted by MAE ascending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Energy        Dipole      MAE(freq)   R²(freq)  R²(int)  Speedup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mace_anicc      mace_ml        7.6 cm⁻¹   0.9999   0.94     35.8×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mace_anicc      espaloma       7.6 cm⁻¹   0.9999   0.25     39.4×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espaloma       8.8 cm⁻¹   0.9998   0.25     21.6×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mace_ml        8.8 cm⁻¹   0.9998   0.96     20.5×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espaloma      11.8 cm⁻¹   0.9998   0.26     19.8×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mace_ml       11.8 cm⁻¹   0.9998   0.95     18.8×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mace_ml       97.8 cm⁻¹   0.9958   0.56     32.1×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espaloma      97.8 cm⁻¹   0.9958   0.15     34.9×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57 modes: R² now meaningful — MACE-MP drops to 0.9958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MACE-ANI-CC: best accuracy (7.6 cm⁻¹), trained on coupled cluster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mace_ml dipole: R²(int) 0.94–0.96 vs espaloma 0.15–0.26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python benchmark.py --scaling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ML speedup — best-accuracy combo per molecule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Includes full anharmonic VPT2 calculation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molecule    atoms    best combo                  speedup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water        3      mace_anicc / mace_ml         |=                             |   1.2×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aspirin     21      mace_anicc / mace_ml         |==============================|  35.8×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Water too small for ML to outpace DFT overhead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Aspirin: 21 atoms × 3 dirs × 2 = 126 displacements → ML wins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Harmonic-only would be even faster (less Gaussian overhead)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// speedup = wall time DFT / wall time ML (same machine, same basis)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git log --oneline --graph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What we built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ZMQ bridge: ML dipoles → Gaussian VPT2 (harmonic + anharmonic)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4 energy × 2 dipole models = 8 calculator combinations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→ CLI: mace-gaussian run molecule.xyz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Preliminary results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→ Frequencies: R² &gt; 0.999 for best combos (MACE-ANI-CC, MACE-OMOL)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→ Intensities: MACE4IR &gt;&gt; Espaloma (R² 0.95 vs 0.25 on aspirin)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→ Speedup: ~36× on aspirin (incl. anharmonic)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Next steps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Systematic benchmark campaign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Growing molecule size: CH₄ → C₂H₆ → C₃H₈ → C₄H₁₀ (scaling)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New functional groups: methanol, acetone, aniline (chemistry)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Larger targets: paracetamol, caffeine, ibuprofen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Thesis question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How much can we accelerate while retaining DFT-level accuracy?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58A6FF"/>
                </a:solidFill>
                <a:latin typeface="Consolas"/>
              </a:defRPr>
            </a:pPr>
            <a:r>
              <a:t>$ ./questions.sh</a:t>
            </a:r>
          </a:p>
          <a:p/>
          <a:p>
            <a:pPr>
              <a:defRPr sz="1800">
                <a:solidFill>
                  <a:srgbClr val="8B949E"/>
                </a:solidFill>
                <a:latin typeface="Consolas"/>
              </a:defRPr>
            </a:pPr>
            <a:r>
              <a:t>// 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
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Bottleneck for systematic benchmark campaigns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Enable rapid IR spectral predictions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Maintain DFT-level accuracy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comparison: energy surface vs dipole model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Eigenvalues = frequencies,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So we also need μ⃗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Gaussian displaces the molecule hundreds of times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time: needs energy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With DFT: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With ML:  seconds  ← this is what we replace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MACE_DIPOLE)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78-element coverage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el.)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4 energy × 2 dipole = 8 combos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displacement #n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──────────────────→│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freq=anharmonic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external='...'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                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  fort.7         │  ┌─ MACE energy → E, F 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└─ MACE dipole → μ⃗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E, F, μ⃗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↻ repeats for every displacement (hundreds per molecule)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(3N-dim displacement pattern)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R²(freq)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mace_ml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mace_ml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mace_ml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mace_ml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mace_ml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water        3      mace_anicc / mace_ml           1.2×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             |=                             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mace_ml     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|==============================|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wins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Harmonic-only would be even faster (less Gaussian overhead)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// speedup = wall time DFT / wall time ML (same machine, same basis)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ZMQ bridge: ML dipoles → Gaussian VPT2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CLI: mace-gaussian run molecule.xyz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4 energy × 2 dipole models = 8 combinations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ran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Harmonic benchmark across 8 molecules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Water, aspirin, glycine, methane, ethane, NH₃, CO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What we found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Frequencies: R² &gt; 0.999 across all combos ✓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Intensities: mace_ml &gt;&gt; espaloma (0.72 vs 0.52)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Speedup scales with molecule size (aspirin: ~18×)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Still open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Anharmonic validation: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VPT2 pipeline runs; accuracy TBD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Overtones + combination bands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25-molecule benchmark campaign: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Systematic across functional groups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  <a:r>
              <a:t>  → Batch runner in progress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Thesis question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Energy surface quality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vs dipole model quality —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which dominates IR accuracy?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$ mace-gaussian run molecule.xyz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
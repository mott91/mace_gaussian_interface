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main.py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51560"/>
            <a:ext cx="859536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0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dipole_methods.md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MACE-OMOL-0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MACE-MP-0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MACE-OFF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MACE-ANI     organic H,C,N,O,S,F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needs dipole derivatives for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dipoles: expensive. This is the bottleneck.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ZMQ bridge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'External' keyword calls gm_helper.py per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gm_helper.py sends geometry over ZMQ IPC socket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zmq_server.py receives, queries ML,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it works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→ writes geometry → calls gm_helper.py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ZMQ (IPC)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zmq_server.py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dipole model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← reads fort.7  ←         ↑ 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Why it's non-trivial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Socket cleanup: LINGER=0 + SIGKILL timeout (no orphan processes)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Absolute paths: Gaussian needs full path resolved at CLI startup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Model loading: dipole class remapping via torch.load()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Spectrum analysis reports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                  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                 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          CH₃-C-O-C₆H₄-COOH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Open: $ open analysis_results_harmonic/water/report.html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$ open analysis_results_harmonic/aspirin/report.html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
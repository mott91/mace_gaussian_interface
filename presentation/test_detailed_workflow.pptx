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workflow_detailed_v1.txt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INPUT: molecule.xyz (initial geometry)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Calculator: MACE-OMOL (default) or MACE-OFF/MACE-MP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optimized.xyz, results.json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 (optional, default=True)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┌────────────────┐   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2:      │   │  Phase 3: ML Frequency Calculations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│  DFT Baseline  │   │  Energy: MACE-MP, MACE-OMOL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B3LYP/        │   │  Dipole: Espaloma, MACE-ML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6-31G(d,p)    │   │  ┌────────────────────────────────────┐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Output:       │   │  │ ZMQ Bridge                  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reference     │   │  │ • Main: ZMQ server + ML dipoles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frequencies   │   │  │ • Helper: connects processes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└────────────────┘   │  │ • Gaussian: External calculation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│                │  └────────────────────────────────────┘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│                │  Output: {energy}_{dipole}/results.json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 │                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Compare ML vs DFT baseline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Metrics: MAE, RMSE, R², slope/intercept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Generate regression plots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KDE broadening (FWHM=8 cm⁻¹)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workflow_swimlane.txt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1: GEOMETRY    molecule.xyz → [MACE-OMOL]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LANE 2: DFT         optimized.xyz → [Gaussian B3LYP] → ref_freq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LANE 3: ML FREQ     optimized.xyz ──┬→ [MACE-MP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[MACE-OMOL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[MACE-MP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└→ [MACE-OMOL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┌─────────────────────────────────────┐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ZMQ Bridge (Real-time)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Main ↔ Helper ↔ Gaussian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Each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4: ANALYSIS    All results → [Compare] → HTML report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Statistical metrics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KDE spectra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workflow_tree.txt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molecule.xyz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├─▶ [Phase 1: Optimize with MACE-OMOL]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├─────┬─▶ [Phase 2: DFT Baseline]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B3LYP/6-31G(d,p)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→ reference_frequencies.json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└─▶ [Phase 3: ML Frequencies] ──┬─▶ MACE-MP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Energy × Dipole         ├─▶ MACE-MP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combinations            ├─▶ MACE-OMOL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                        └─▶ MACE-OMOL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├─▶ [ZMQ Bridge]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Main Process (Python)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ZMQ Server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ML Dipole Calc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Helper Script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Connect Main ↔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File path exchange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Gaussian 16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Frequency calculation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└─▶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└─────────────────▶ [Phase 4: Analysis]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Compare all methods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Statistics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KDE spectra (FWHM=8)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└─▶ HTML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workflow_compact.txt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68096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INPUT: molecule.xyz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[1] Optimize → MACE-OMOL → optimized.xyz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├──────────────────────┬─────────────────────────┐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▼                      ▼       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┌─────────────┐  ┌──────────────────────────────────────┐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[2] DFT    │  │  [3] ML Frequencies (4 combos)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Baseline   │  │  ┌────────────────────────────────┐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B3LYP      │  │  │  Energy: MACE-MP, MACE-OMOL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6-31G**    │  │  │  Dipole: Espaloma, MACE-ML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           │  │  │  ────────────────────────────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Output:    │  │  │  ZMQ: Main↔Helper↔Gaussian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reference  │  │  └────────────────────────────────┘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└─────────────┘  │  Output: 4 × results.json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│            └──────────────────────────────────────┘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[4] Compare &amp; Analyze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Metrics: MAE, RMSE, R²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Plots: regression, KDE spectra (FWHM=8)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Output: {molecule}_spectral_analysis.html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workflow_expanded.txt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8B949E"/>
                </a:solidFill>
                <a:latin typeface="Consolas"/>
              </a:defRPr>
            </a:pPr>
            <a:r>
              <a:t>$ cat workflow_monochrome.txt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workflow_modular.txt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22960"/>
            <a:ext cx="877824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[molecule.xyz]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load_geometry()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mace_omol.optimize()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├──────────────────────────────────┬───────────────────────────────────┐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  │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┌─────▼──────────┐  ┌──────────────────▼──────────────┐  ┌─────────────────▼─────────────┐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│ gaussian_dft() │  │ load_mace_calculator()          │  │ parse_geometry_results()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B3LYP/6-31Gdp  │  │ (MACE-MP/MACE-OMOL)             │  │ → optimized.xyz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└─────┬──────────┘  └──────────────────┬──────────────┘  └───────────────────────────────┘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┌─────▼──────────┐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parse_freq()   │  │ get_dipole_calculator()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└─────┬──────────┘  │ → espaloma/mace_ml/xtb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setup_zmq_server()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bind(.ipc_file)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launch_gaussian()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External="gm_helper.py"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zmq_dipole_loop()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receive geometry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compute_dipoles()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write_gaussian_format()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parse_ml_results()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└────────────────────────────────┘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load_all_results()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comparison_results/**/results.json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find_dft_baseline()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auto-detect b3lyp_6-31Gdp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eigenvector_mode_matching()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dot_product(modes_dft, modes_ml)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calculate_metrics()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MAE, RMSE, R², regression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├─────────────────┬─────────────────┐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│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┌─────▼──────┐  ┌───────▼──────┐  ┌──────▼─────────┐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plot_      │  │ kde_         │  │ generate_html_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regression │  │ broadening() │  │ report()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└────────────┘  └──────────────┘  └────┬───────────┘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[{molecule}_spectral_analysis.html]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workflow_grid.txt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822960"/>
            <a:ext cx="896112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[molecule.xyz] 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┌─────▼─────────────────────┐     ┌──────────────────────────────┐     ┌─────────────────▼──────────────┐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GEOMETRY OPTIMIZER        │     │ DFT BASELINE                 │     │ ML FREQ CALC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  │     │ ───────────────────────────  │     │ 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load_geometry()         │     │    ╭─────────────────╮       │     │ • load_mace_calculator()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mace_omol.optimize()    │────▶│    │ Built-in opt    │       │     │   (MACE-MP/MACE-OMOL)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save_optimized()        │     │    │ B3LYP/6-31G(d,p)│       │     │ • get_dipole_calculator()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   ╰────────┬────────╯       │     │   (Espaloma/MACE-ML/xTB)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            ▼                │     │ • setup_zmq_server()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gaussian_freq()            │     │ • launch_gaussian()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parse_gaussian()           │     │ • zmq_dipole_loop()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extract_frequencies()      │     │   (via ZMQ bridge - see slide)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└───────────────────────────┘     └──────────────┬───────────────┘     └─────────────────┬──────────────┘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│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└───────────────────┬───────────────────┘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▼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ANALYSIS &amp; COMPARISON           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┌──────────────────┐  ┌───────────────────┐  ┌─────────────────┐  ┌───────────────────────────────┐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load_all_        │─▶│ find_dft_         │─▶│ eigenvector_    │─▶│ calculate_metrics()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results()        │  │ baseline()        │  │ mode_matching() │  │ • MAE (cm⁻¹)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                 │  │                   │  │                 │  │ • RMSE (cm⁻¹)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                 │  │                   │  │                 │  │ • R² (coeff. of determination)│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└──────────────────┘  └───────────────────┘  └─────────────────┘  └──────────┬────────────────────┘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                                                          │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┌──────────────────┐  ┌───────────────────┐  ┌─────────────────────────────▼─────────────────────┐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plot_regression()│  │ kde_broadening()  │  │ generate_html_report()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(ML vs DFT)      │  │ (FWHM=8.0 cm⁻¹)   │  │ (interactive plots, publication-ready)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└──────────────────┘  └───────────────────┘  └───────────────────────────────────────────────────┘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┬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                [{molecule}_spectral_analysis.html]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workflow_final.txt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822960"/>
            <a:ext cx="896112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          [molecule.xyz]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┌─────────────────────────────────▼─────────────────────────────────────┐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│ GEOMETRY OPTIMIZER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  │ ────────────────────────────────────────────────────────────────────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  │ • load_geometry()  • mace_omol.optimize()  • save_optimized()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└─────────────────────────┬──────────────────────────────────────────────┘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┌─────────────────┴─────────────────┐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│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┌───────────────▼─────────────┐     ┌───────────────▼──────────────────────────┐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DFT BASELINE                │     │ ML FREQ CALC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──────────────────────────  │     │ 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╭─────────────────╮      │     │ • load_mace_calculator()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│ Built-in opt    │      │     │   (MACE-MP/MACE-OMOL)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│ B3LYP/6-31G(d,p)│      │     │ • get_dipole_calculator()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╰────────┬────────╯      │     │   (Espaloma/MACE-ML/xTB)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▼               │     │ • setup_zmq_server()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gaussian_freq()           │     │ • launch_gaussian()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parse_gaussian()          │     │ • zmq_dipole_loop()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extract_frequencies()     │     │   (via ZMQ bridge - see slide)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└───────────────┬─────────────┘     └──────────────┬───────────────────────────┘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│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└──────────────┬───────────────────┘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▼──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ANALYSIS &amp; COMPARISON                    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┌──────────┐  ┌───────────┐  ┌─────────────┐  ┌───────────┐  ┌────────────────┐  ┌─────────────┐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load_all │─▶│ find_dft_ │─▶│ eigenvector │─▶│ kde_      │─▶│ calculate_     │─▶│ plot_       │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results()│  │ baseline()│  │ matching()  │  │ broaden() │  │ metrics()      │  │ regression()│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└──────────┘  └───────────┘  └─────────────┘  └───────────┘  └────────────────┘  └─────────────┘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                    ┌─────────────────────────────────┐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                    │ generate_html_report()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                      │ (interactive plots,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                      │  publication-ready)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                    └─────────────────────────────────┘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
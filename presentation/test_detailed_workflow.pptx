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workflow_detailed_v1.txt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INPUT: molecule.xyz (initial geometry)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Calculator: MACE-OMOL (default) or MACE-OFF/MACE-MP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optimized.xyz, results.json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 (optional, default=True)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┌────────────────┐   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2:      │   │  Phase 3: ML Frequency Calculations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│  DFT Baseline  │   │  Energy: MACE-MP, MACE-OMOL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B3LYP/        │   │  Dipole: Espaloma, MACE-ML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6-31G(d,p)    │   │  ┌────────────────────────────────────┐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Output:       │   │  │ ZMQ Bridge                  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reference     │   │  │ • Main: ZMQ server + ML dipoles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frequencies   │   │  │ • Helper: connects processes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└────────────────┘   │  │ • Gaussian: External calculation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│                │  └────────────────────────────────────┘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│                │  Output: {energy}_{dipole}/results.json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    │                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Compare ML vs DFT baseline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Metrics: MAE, RMSE, R², slope/intercept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Generate regression plots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KDE broadening (FWHM=8 cm⁻¹)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workflow_swimlane.txt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1: GEOMETRY    molecule.xyz → [MACE-OMOL]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LANE 2: DFT         optimized.xyz → [Gaussian B3LYP] → ref_freq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LANE 3: ML FREQ     optimized.xyz ──┬→ [MACE-MP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[MACE-OMOL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[MACE-MP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└→ [MACE-OMOL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┌─────────────────────────────────────┐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ZMQ Bridge (Real-time)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Main ↔ Helper ↔ Gaussian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Each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4: ANALYSIS    All results → [Compare] → HTML report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Statistical metrics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KDE spectra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workflow_tree.txt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molecule.xyz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├─▶ [Phase 1: Optimize with MACE-OMOL]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├─────┬─▶ [Phase 2: DFT Baseline]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B3LYP/6-31G(d,p)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→ reference_frequencies.json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└─▶ [Phase 3: ML Frequencies] ──┬─▶ MACE-MP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Energy × Dipole         ├─▶ MACE-MP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combinations            ├─▶ MACE-OMOL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                        └─▶ MACE-OMOL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├─▶ [ZMQ Bridge]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Main Process (Python)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ZMQ Server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ML Dipole Calc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Helper Script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Connect Main ↔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File path exchange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Gaussian 16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Frequency calculation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└─▶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└─────────────────▶ [Phase 4: Analysis]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Compare all methods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Statistics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KDE spectra (FWHM=8)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└─▶ HTML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workflow_compact.txt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68096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INPUT: molecule.xyz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[1] Optimize → MACE-OMOL → optimized.xyz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├──────────────────────┬─────────────────────────┐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▼                      ▼       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┌─────────────┐  ┌──────────────────────────────────────┐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[2] DFT    │  │  [3] ML Frequencies (4 combos)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Baseline   │  │  ┌────────────────────────────────┐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B3LYP      │  │  │  Energy: MACE-MP, MACE-OMOL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6-31G**    │  │  │  Dipole: Espaloma, MACE-ML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           │  │  │  ────────────────────────────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Output:    │  │  │  ZMQ: Main↔Helper↔Gaussian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reference  │  │  └────────────────────────────────┘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└─────────────┘  │  Output: 4 × results.json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│            └──────────────────────────────────────┘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[4] Compare &amp; Analyze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Metrics: MAE, RMSE, R²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Plots: regression, KDE spectra (FWHM=8)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Output: {molecule}_spectral_analysis.html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
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workflow_detailed_v1.txt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INPUT: molecule.xyz (initial geometry)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│  Phase 1: Geometry Optimization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Calculator: MACE-OMOL (default) or MACE-OFF/MACE-MP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Output: optimized.xyz, results.json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├──────────────────┐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│                  │ (optional, default=True)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▼         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┌────────────────┐   ┌──────────────────────────────────────────┐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│  Phase 2:      │   │  Phase 3: ML Frequency Calculations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│  DFT Baseline  │   │  Energy: MACE-MP, MACE-OMOL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B3LYP/        │   │  Dipole: Espaloma, MACE-ML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│  6-31G(d,p)    │   │  ┌────────────────────────────────────┐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│  Output:       │   │  │ ZMQ Bridge                      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│  reference     │   │  │ • Main: ZMQ server + ML dipoles 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│  frequencies   │   │  │ • Helper: connects processes    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└────────────────┘   │  │ • Gaussian: External calculation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│                │  └────────────────────────────────────┘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    │                │  Output: {energy}_{dipole}/results.json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    │                └──────────────────────────────────────────┘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│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└──────────────────┘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│  Phase 4: Analysis &amp; Comparison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• Compare ML vs DFT baseline  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• Metrics: MAE, RMSE, R², slope/intercept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• Generate regression plots   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• KDE broadening (FWHM=8 cm⁻¹)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│  Output: {molecule}_spectral_analysis.html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workflow_swimlane.txt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LANE 1: GEOMETRY    molecule.xyz → [MACE-OMOL] → optimized.xyz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LANE 2: DFT         optimized.xyz → [Gaussian B3LYP] → ref_freq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LANE 3: ML FREQ     optimized.xyz ──┬→ [MACE-MP + Espaloma]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                ├→ [MACE-OMOL + Espaloma]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                ├→ [MACE-MP + MACE-ML]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                └→ [MACE-OMOL + MACE-ML]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┌─────────────────────────────────────┐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│  ZMQ Bridge (Real-time)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│  Main ↔ Helper ↔ Gaussian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                    └─────────────────────────────────────┘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            Each → {energy}_{dipole}/results.json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LANE 4: ANALYSIS    All results → [Compare] → HTML report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            • Statistical metrics (MAE, RMSE, R²)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            • Regression plots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            • KDE spectra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workflow_tree.txt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molecule.xyz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    ├─▶ [Phase 1: Optimize with MACE-OMOL]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→ optimized.xyz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    ├─────┬─▶ [Phase 2: DFT Baseline]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│       B3LYP/6-31G(d,p)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│       → reference_frequencies.json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    │     └─▶ [Phase 3: ML Frequencies] ──┬─▶ MACE-MP + Espaloma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    │             Energy × Dipole         ├─▶ MACE-MP + MACE-ML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    │             combinations            ├─▶ MACE-OMOL + Espaloma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    │                                     └─▶ MACE-OMOL + MACE-ML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    │             ├─▶ [ZMQ Bridge]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Main Process (Python)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├─▶ ZMQ Server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└─▶ ML Dipole Calc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             │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Helper Script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├─▶ Connect Main ↔ Gaussian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└─▶ File path exchange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             │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Gaussian 16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│       └─▶ Frequency calculation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│             └─▶ → {energy}_{dipole}/results.json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    └─────────────────▶ [Phase 4: Analysis]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                        Compare all methods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                        ├─▶ Statistics (MAE, RMSE, R²)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                        ├─▶ Regression plots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                        ├─▶ KDE spectra (FWHM=8)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                            └─▶ HTML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workflow_compact.txt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│  INPUT: molecule.xyz  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│  [1] Optimize → MACE-OMOL → optimized.xyz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├──────────────────────┬─────────────────────────┐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▼                      ▼                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┌─────────────┐  ┌──────────────────────────────────────┐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│  [2] DFT    │  │  [3] ML Frequencies (4 combos)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│  Baseline   │  │  ┌────────────────────────────────┐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│  B3LYP      │  │  │  Energy: MACE-MP, MACE-OMOL 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│  6-31G**    │  │  │  Dipole: Espaloma, MACE-ML  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│             │  │  │  ────────────────────────────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│  Output:    │  │  │  ZMQ: Main↔Helper↔Gaussian    │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DB6D28"/>
                </a:solidFill>
                <a:latin typeface="Consolas"/>
              </a:defRPr>
            </a:pPr>
            <a:r>
              <a:t>│  reference  │  │  └────────────────────────────────┘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└─────────────┘  │  Output: 4 × results.json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7AB5A"/>
                </a:solidFill>
                <a:latin typeface="Consolas"/>
              </a:defRPr>
            </a:pPr>
            <a:r>
              <a:t>    │            └──────────────────────────────────────┘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│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└──────────────────────┘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│  [4] Compare &amp; Analyze   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│  • Metrics: MAE, RMSE, R²                 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│  • Plots: regression, KDE spectra (FWHM=8)  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│  • Output: {molecule}_spectral_analysis.html        │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workflow_expanded.txt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580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INPUT: molecule.xyz (Cartesian coordinates, atom types)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PHASE 1: GEOMETRY OPTIMIZATION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Calculator: MACE-OMOL (default) | Options: MACE-OFF, MACE-MP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Method: BFGS optimizer, force convergence 0.01 eV/Å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Output: optimized.xyz (relaxed structure), geometry_opt/results.json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Metrics: initial_energy, final_energy, n_steps, convergence_status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├─────────────────────────────────────┬──────────────────────────────────────┐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               │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(optional, --skip-dft-baseline)     │ (default: True)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▼                                     ▼                                  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┌───────────────────────┐  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│  PHASE 2: DFT         │  │  PHASE 3: ML FREQUENCY CALCULATIONS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BASELINE             │  │  Configuration: --energy-calculators, --dipole-calculators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─────────────────    │  │  ─────────────────────────────────────────────────────────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Method: B3LYP        │  │  Energy Calculators: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Basis: 6-31G(d,p)    │  │    • MACE-MP (large, 2M params, general chemistry)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Freq: Harmonic       │  │    • MACE-OMOL (molecules, 1.5M params, organic focus)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Program: Gaussian 16 │  │  Dipole Calculators (with automatic fallback):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                     │  │    1. MACE-ML: Custom dipole model (~/dipole_model/)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Output:              │  │    2. Espaloma: Charge-based (Σ qᵢrᵢ)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b3lyp_6-31Gdp/       │  │    3. xTB: GFN2-xTB semi-empirical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results.json         │  │  ┌────────────────────────────────────────────────────────┐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├─ frequencies[]     │  │  │  ZMQ BRIDGE ARCHITECTURE (IPC)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├─ intensities[]     │  │  │  ─────────────────────────────────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└─ runtime_s         │  │  │  Main Process (gm_main.py): 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                      │  │  │    • Binds ZMQ server socket (.ipc_file)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└───────────────────────┘  │  │    • Loads ML dipole calculator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Waits for geometry requests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Computes dipole derivatives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Writes Gaussian-format output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Helper Script (gm_helper.py):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Launched by Gaussian External directive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Connects to ZMQ socket 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Sends: 'infile|outfile'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Waits for: 'done' signal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Returns control to Gaussian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Gaussian 16:               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Freq calculation (harmonic/anharmonic)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│    • Calls external for each geometry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│                      │  └────────────────────────────────────────────────────────┘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│                      │  Combinations tested (4 total):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│                      │    • mace_mp_espaloma/results.json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│                      │    • mace_mp_mace_ml/results.json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│                      │    • mace_omol_espaloma/results.json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│                      │    • mace_omol_mace_ml/results.json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    │                      └──────────────────────────────────────────────────────────────┘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PHASE 4: ANALYSIS &amp; COMPARISON (comparison_workflow.py)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─────────────────────────────────────────────────────────────────────────────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Load Results: Parse all results.json files from comparison_results/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Find Baseline: Auto-detect b3lyp_6-31Gdp as reference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Statistical Metrics:       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MAE (Mean Absolute Error) in cm⁻¹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RMSE (Root Mean Square Error) in cm⁻¹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R² (Coefficient of Determination)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Linear regression: slope, intercept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Visualizations:            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Regression plots: ML freq vs DFT freq (scatter + fit line)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KDE spectra: Gaussian broadening (FWHM=8.0 cm⁻¹, grid 400-4000 cm⁻¹)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  • Combined comparison plots (all methods overlaid)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Output: {molecule}_spectral_analysis.html (interactive, publication-ready)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949E"/>
                </a:solidFill>
                <a:latin typeface="Consolas"/>
              </a:defRPr>
            </a:pPr>
            <a:r>
              <a:t>$ cat workflow_monochrome.txt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580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INPUT: molecule.xyz (Cartesian coordinates, atom types)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PHASE 1: GEOMETRY OPTIMIZATION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Calculator: MACE-OMOL (default) | Options: MACE-OFF, MACE-MP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Method: BFGS optimizer, force convergence 0.01 eV/Å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Output: optimized.xyz (relaxed structure), geometry_opt/results.json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Metrics: initial_energy, final_energy, n_steps, convergence_status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├─────────────────────────────────────┬──────────────────────────────────────┐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               │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(optional, --skip-dft-baseline)     │ (default: True)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▼                                     ▼                                  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┌───────────────────────┐  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PHASE 2: DFT         │  │  PHASE 3: ML FREQUENCY CALCULATIONS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BASELINE             │  │  Configuration: --energy-calculators, --dipole-calculators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─────────────────    │  │  ─────────────────────────────────────────────────────────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Method: B3LYP        │  │  Energy Calculators: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Basis: 6-31G(d,p)    │  │    • MACE-MP (large, 2M params, general chemistry)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Freq: Harmonic       │  │    • MACE-OMOL (molecules, 1.5M params, organic focus)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Program: Gaussian 16 │  │  Dipole Calculators (with automatic fallback):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                   │  │    1. MACE-ML: Custom dipole model (~/dipole_model/)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Output:              │  │    2. Espaloma: Charge-based (Σ qᵢrᵢ)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b3lyp_6-31Gdp/       │  │    3. xTB: GFN2-xTB semi-empirical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results.json         │  │  ┌────────────────────────────────────────────────────────┐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├─ frequencies[]     │  │  │  ZMQ BRIDGE ARCHITECTURE (IPC)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├─ intensities[]     │  │  │  ─────────────────────────────────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└─ runtime_s         │  │  │  Main Process (gm_main.py): 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                   │  │  │    • Binds ZMQ server socket (.ipc_file)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└───────────────────────┘  │  │    • Loads ML dipole calculator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Waits for geometry requests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Computes dipole derivatives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Writes Gaussian-format output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Helper Script (gm_helper.py):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Launched by Gaussian External directive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Connects to ZMQ socket 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Sends: 'infile|outfile'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Waits for: 'done' signal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Returns control to Gaussian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Gaussian 16:                        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Freq calculation (harmonic/anharmonic)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│    • Calls external for each geometry         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└────────────────────────────────────────────────────────┘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Combinations tested (4 total):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  • mace_mp_espaloma/results.json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  • mace_mp_mace_ml/results.json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  • mace_omol_espaloma/results.json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│    • mace_omol_mace_ml/results.json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└──────────────────────────────────────────────────────────────┘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PHASE 4: ANALYSIS &amp; COMPARISON (comparison_workflow.py)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─────────────────────────────────────────────────────────────────────────────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Load Results: Parse all results.json files from comparison_results/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Find Baseline: Auto-detect b3lyp_6-31Gdp as reference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Statistical Metrics:       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MAE (Mean Absolute Error) in cm⁻¹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RMSE (Root Mean Square Error) in cm⁻¹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R² (Coefficient of Determination)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Linear regression: slope, intercept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Visualizations:            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Regression plots: ML freq vs DFT freq (scatter + fit line)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KDE spectra: Gaussian broadening (FWHM=8.0 cm⁻¹, grid 400-4000 cm⁻¹)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• Combined comparison plots (all methods overlaid)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Output: {molecule}_spectral_analysis.html (interactive, publication-ready)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A6FF"/>
                </a:solidFill>
                <a:latin typeface="Consolas"/>
              </a:defRPr>
            </a:pPr>
            <a:r>
              <a:t>$ cat workflow_modular.txt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8778240" cy="5852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[molecule.xyz]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load_geometry()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└─────┬──────────────────────┘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mace_omol.optimize()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└─────┬──────────────────────┘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├──────────────────────────────────┬───────────────────────────────────┐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  │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┌─────▼──────────┐  ┌──────────────────▼──────────────┐  ┌─────────────────▼─────────────┐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│ gaussian_dft() │  │ load_mace_calculator()          │  │ parse_geometry_results()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B3LYP/6-31Gdp  │  │ (MACE-MP/MACE-OMOL)             │  │ → optimized.xyz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└─────┬──────────┘  └──────────────────┬──────────────┘  └───────────────────────────────┘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┌─────▼──────────┐  ┌──────────────────▼──────────────┐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│ parse_freq()   │  │ get_dipole_calculator()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└─────┬──────────┘  │ → espaloma/mace_ml/xtb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└──────────────────┬──────────────┘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┌──────────────────▼──────────────┐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│ setup_zmq_server()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  │             │ bind(.ipc_file)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└──────────────────┬──────────────┘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┌──────────────────▼──────────────┐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│ launch_gaussian()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  │             │ External="gm_helper.py"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└──────────────────┬──────────────┘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┌──────────────────▼──────────────┐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│ zmq_dipole_loop()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  │             │ • receive geometry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  │             │ • compute_dipoles()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  │             │ • write_gaussian_format()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└──────────────────┬──────────────┘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┌──────────────────▼──────────────┐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│ parse_ml_results()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│             └──────────────────┬──────────────┘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└────────────────────────────────┘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load_all_results()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comparison_results/**/results.json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└─────┬─────────────────────────────────┘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find_dft_baseline()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auto-detect b3lyp_6-31Gdp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└─────┬─────────────────────────────────┘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eigenvector_mode_matching()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dot_product(modes_dft, modes_ml)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└─────┬─────────────────────────────────┘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calculate_metrics()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MAE, RMSE, R², regression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└─────┬─────────────────────────────────┘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├─────────────────┬─────────────────┐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│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┌─────▼──────┐  ┌───────▼──────┐  ┌──────▼─────────┐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plot_      │  │ kde_         │  │ generate_html_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regression │  │ broadening() │  │ report()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└────────────┘  └──────────────┘  └────┬───────────┘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                          [{molecule}_spectral_analysis.html]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A6FF"/>
                </a:solidFill>
                <a:latin typeface="Consolas"/>
              </a:defRPr>
            </a:pPr>
            <a:r>
              <a:t>$ cat workflow_grid.txt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8778240" cy="5852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[molecule.xyz] 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│                  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┌─────▼────────────────┐     ┌────────────────────┐     ┌─────────────────▼┐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GEOMETRY OPTIMIZER   │     │ DFT BASELINE       │     │ ML FREQ CALC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───────────────────  │     │ ─────────────────  │     │ ───────────────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• load_geometry()    │     │ • gaussian_run()   │     │ • load_mace()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• mace_omol.opt()    │────▶│ • parse_gaussian() │     │ • load_dipole()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• save_optimized()   │     │ • extract_freqs()  │     │ • setup_zmq()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└──────────────────────┘     └────────┬───────────┘     └─────┬────────────┘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┌─────────────────▼────────────┐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ZMQ BRIDGE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                                      │     │ ──────────────────────────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┌─────────┐  ┌────────────┐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│ Main    │  │ Helper     │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│ Process │◀▶│ Script     │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└────┬────┘  └──────┬─────┘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     │      │              │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     │      ▼              ▼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┌───────────────────────┐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│ Gaussian Freq Calc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└───────────────────────┘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└──────────────┬───────────────┘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┌──────────────▼────────────┐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│ parse_ml_results()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DB6D28"/>
                </a:solidFill>
                <a:latin typeface="Consolas"/>
              </a:defRPr>
            </a:pPr>
            <a:r>
              <a:t>                                      │     └──────────────┬────────────┘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└────────────────────┘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┌─────────────────────────────────────▼──────────────────────────────────────┐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ANALYSIS &amp; COMPARISON   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──────────────────────────────────────────────────────────────────────────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┌──────────────┐  ┌───────────────┐  ┌──────────┐  ┌──────────────────┐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│ load_all()   │─▶│ find_dft_     │─▶│ mode_    │─▶│ calc_metrics()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│              │  │ baseline()    │  │ matching │  │ (MAE/RMSE/R²)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└──────────────┘  └───────────────┘  └──────────┘  └─────┬────────────┘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│                                                            │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┌──────────────┐  ┌───────────────┐  ┌────────────────────▼───────────┐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│ plot_        │  │ kde_          │  │ generate_html_report()    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t>│  │ regression() │  │ broadening()  │  │ (interactive, publication)     │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│  └──────────────┘  └───────────────┘  └────────────────────────────────┘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└─────────────────────────────────────────────┬───────────────────────────────┘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t>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t>                                   [{molecule}_spectral_analysis.html]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
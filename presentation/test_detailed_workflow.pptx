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workflow_expanded.txt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8B949E"/>
                </a:solidFill>
                <a:latin typeface="Consolas"/>
              </a:defRPr>
            </a:pPr>
            <a:r>
              <a:t>$ cat workflow_monochrome.txt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workflow_modular.txt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load_geometry()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mace_omol.optimize()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├──────────────────────────────────┬───────────────────────────────────┐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  ┌─────────────────▼─────────────┐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gaussian_dft() │  │ load_mace_calculator()          │  │ parse_geometry_results()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B3LYP/6-31Gdp  │  │ (MACE-MP/MACE-OMOL)             │  │ → optimized.xyz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└─────┬──────────┘  └──────────────────┬──────────────┘  └───────────────────────────────┘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parse_freq()   │  │ get_dipole_calculator()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└─────┬──────────┘  │ → espaloma/mace_ml/xtb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setup_zmq_server()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bind(.ipc_file)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launch_gaussian()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External="gm_helper.py"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zmq_dipole_loop()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receive geometry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compute_dipoles()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write_gaussian_format()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parse_ml_results()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└────────────────────────────────┘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load_all_results()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comparison_results/**/results.json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find_dft_baseline()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auto-detect b3lyp_6-31Gdp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eigenvector_mode_matching()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dot_product(modes_dft, modes_ml)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calculate_metrics()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MAE, RMSE, R², regression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├─────────────────┬─────────────────┐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│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┌─────▼──────┐  ┌───────▼──────┐  ┌──────▼─────────┐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plot_      │  │ kde_         │  │ generate_html_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regression │  │ broadening() │  │ report()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└────────────┘  └──────────────┘  └────┬───────────┘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[{molecule}_spectral_analysis.html]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workflow_grid.txt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822960"/>
            <a:ext cx="896112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 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┌─────▼─────────────────────┐     ┌──────────────────────────────┐     ┌─────────────────▼──────────────┐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GEOMETRY OPTIMIZER        │     │ DFT BASELINE                 │     │ ML FREQ CALC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  │     │ ───────────────────────────  │     │ 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load_geometry()         │     │    ╭─────────────────╮       │     │ • load_mace_calculator()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mace_omol.optimize()    │────▶│    │ Built-in opt    │       │     │   (MACE-MP/MACE-OMOL)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save_optimized()        │     │    │ B3LYP/6-31G(d,p)│       │     │ • get_dipole_calculator()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╰────────┬────────╯       │     │   (Espaloma/MACE-ML/xTB)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         ▼                │     │ • setup_zmq_server()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gaussian_freq()            │     │ • launch_gaussian()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parse_gaussian()           │     │ • zmq_dipole_loop()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extract_frequencies()      │     │   (via ZMQ bridge - see slide)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└───────────────────────────┘     └──────────────┬───────────────┘     └─────────────────┬──────────────┘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│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└───────────────────┬───────────────────┘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▼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┌─────────────────┐  ┌───────────────────────────────┐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load_all_        │─▶│ find_dft_         │─▶│ eigenvector_    │─▶│ calculate_metrics()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        │  │ baseline()        │  │ mode_matching() │  │ • MAE (cm⁻¹)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RMSE (cm⁻¹)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R² (coeff. of determination)│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└─────────────────┘  └──────────┬────────────────────┘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                             │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┌─────────────────────────────▼─────────────────────┐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plot_regression()│  │ kde_broadening()  │  │ generate_html_report()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(ML vs DFT)      │  │ (FWHM=8.0 cm⁻¹)   │  │ (interactive plots, publication-ready)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┬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        [{molecule}_spectral_analysis.html]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workflow_final.txt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┌─────────────────────────────────▼─────────────────────────────────────┐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│ GEOMETRY OPTIMIZER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────────────────────────────────────────────────────────────────────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• load_geometry()  • mace_omol.optimize()  • save_optimized()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└─────────────────────────┬──────────────────────────────────────────────┘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┌─────────────────┴─────────────────┐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┌─────────────▼───────────┐     ┌─────────────────▼────────────────────────┐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DFT BASELINE            │     │ ML FREQ CALC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  │     │ ────────────────────────────────────────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╭─────────────────╮  │     │ • load_mace_calculator()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Built-in opt    │  │     │   (MACE-MP/MACE-OMOL)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B3LYP/6-31G(d,p)│  │     │ • get_dipole_calculator()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╰────────┬────────╯  │     │   (Espaloma/MACE-ML/xTB)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▼           │     │ • setup_zmq_server()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gaussian_freq()       │     │ • launch_gaussian()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parse_gaussian()      │     │ • zmq_dipole_loop()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dipoles via DFT       │     │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└─────────────┬───────────┘     └──────────────┬───────────────────────────┘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└────────────────┬───────────────┘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┌──────────────────────────────▼───────────────────────────────────────────────────────────┐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┌──────────┐  ┌───────────┐  ┌─────────────┐  ┌───────────┐  ┌────────────┐  ┌────────────┐│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 │-&gt;│ find_dft_ │-&gt;│ eigenvector │-&gt;│ kde_      │-&gt;│ calculate_ │-&gt;│ plot_      ││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results()│  │ baseline()│  │ matching()  │  │ broaden() │  │ metrics()  │  │ regression()││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└──────────┘  └───────────┘  └─────────────┘  └───────────┘  └────────────┘  └────────────┘│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┌─────────────────────────────────┐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│ generate_html_report()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└─────────────────────────────────┘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
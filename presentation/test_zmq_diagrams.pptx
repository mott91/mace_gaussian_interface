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zmq_bridge_circular.txt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│  Main Python Process (gm_main.py)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• Creates ZMQ socket (server)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• Launches Gaussian subprocess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• Calculates ML dipoles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     │                        ▲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     │ launches               │ ZMQ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     ▼                        │ socket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7AB5A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7AB5A"/>
                </a:solidFill>
                <a:latin typeface="Consolas"/>
              </a:defRPr>
            </a:pPr>
            <a:r>
              <a:t>│  Gaussian 16 (Fortran) 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• Frequency calculation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• Calls External="gm_helper.py"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57AB5A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     │                        ▲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     │ calls                  │ returns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     ▼   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t>│  Helper Script (gm_helper.py)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• Connects to ZMQ socket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• Sends geometry file paths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• Waits for 'done' signal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│  • Returns to Gaussian 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zmq_bridge_side_by_side.txt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┌─────────────────────┐        ┌─────────────────────┐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│  Main Process       │◀──────▶│  Gaussian 16        │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│  (Python)           │  ZMQ   │  (Fortran)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│                     │        │ 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│  • ZMQ server       │        │  • Freq calculation │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│  • ML dipole calc   │        │  • Calls external   │</a:t>
            </a: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└─────────────────────┘        └─────────────────────┘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     ▲             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     │             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     │         ZMQ socket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8B949E"/>
                </a:solidFill>
                <a:latin typeface="Consolas"/>
              </a:defRPr>
            </a:pPr>
            <a:r>
              <a:t>         │                                 ▼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t>         │          ┌─────────────────────────────┐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t>         └──────────│  Helper (gm_helper.py)      │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t>                    │  • Bridge between processes │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t>                    │  • Sends file paths         │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t>                    │  • Waits for completion     │</a:t>
            </a:r>
          </a:p>
          <a:p>
            <a:pPr>
              <a:spcAft>
                <a:spcPts val="200"/>
              </a:spcAft>
              <a:defRPr sz="1100">
                <a:solidFill>
                  <a:srgbClr val="DB6D28"/>
                </a:solidFill>
                <a:latin typeface="Consolas"/>
              </a:defRPr>
            </a:pPr>
            <a:r>
              <a:t>                    └─────────────────────────────┘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58A6FF"/>
                </a:solidFill>
                <a:latin typeface="Consolas"/>
              </a:defRPr>
            </a:pPr>
            <a:r>
              <a:t>Flow: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1. Main launches Gaussian with External directive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2. Gaussian calls helper when dipoles needed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3. Helper connects to main via ZMQ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4. Main calculates dipoles, writes output</a:t>
            </a:r>
          </a:p>
          <a:p>
            <a:pPr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5. Helper returns to Gaussian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zmq_bridge_detailed.txt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║  Main Process: gm_main.py (Python + ASE + MACE)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│ (1) Create ZMQ socket, bind to .ipc_file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│ (2) Generate Gaussian input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▼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║  Gaussian 16: Frequency Calculation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C9D1D9"/>
                </a:solidFill>
                <a:latin typeface="Consolas"/>
              </a:defRPr>
            </a:pPr>
            <a:r>
              <a:t>║  Route: # freq (anharm) external="gm_helper.py"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│ (3) During freq calc: call external program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▼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║  Helper Script: gm_helper.py 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│ (4) Connect to ZMQ socket (.ipc_file)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│ (5) Send: "infile|outfile"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▼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║  Main Process: ZMQ Handler   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8A6FF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│ (6) Read geometry from infile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│ (7) Calculate ML dipoles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│ (8) Write Gaussian format to outfile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│ (9) Send: "done"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▼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║  Helper: gm_helper.py             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DB6D28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╚═══════════════════════════════════════════════════════╝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│ (10) Receive "done", return to Gaussian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8B949E"/>
                </a:solidFill>
                <a:latin typeface="Consolas"/>
              </a:defRPr>
            </a:pPr>
            <a:r>
              <a:t>         ▼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╔═══════════════════════════════════════════════════════╗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║  Gaussian 16: Continue calculation                    ║</a:t>
            </a:r>
          </a:p>
          <a:p>
            <a:pPr>
              <a:lnSpc>
                <a:spcPct val="100000"/>
              </a:lnSpc>
              <a:spcAft>
                <a:spcPts val="100"/>
              </a:spcAft>
              <a:defRPr sz="900">
                <a:solidFill>
                  <a:srgbClr val="57AB5A"/>
                </a:solidFill>
                <a:latin typeface="Consolas"/>
              </a:defRPr>
            </a:pPr>
            <a:r>
              <a:t>╚═══════════════════════════════════════════════════════╝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  <a:latin typeface="Consolas"/>
              </a:defRPr>
            </a:pPr>
            <a:r>
              <a:t>$ cat zmq_bridge.txt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58A6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58A6FF"/>
                </a:solidFill>
                <a:latin typeface="Consolas"/>
              </a:defRPr>
            </a:pPr>
            <a:r>
              <a:t>│  Main Process (gm_main.py)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│  → ZMQ server    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│  → ML dipole calculations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58A6FF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8B949E"/>
                </a:solidFill>
                <a:latin typeface="Consolas"/>
              </a:defRPr>
            </a:pPr>
            <a:r>
              <a:t>    ▲         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8B949E"/>
                </a:solidFill>
                <a:latin typeface="Consolas"/>
              </a:defRPr>
            </a:pPr>
            <a:r>
              <a:t>    │                              │ launches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8B949E"/>
                </a:solidFill>
                <a:latin typeface="Consolas"/>
              </a:defRPr>
            </a:pPr>
            <a:r>
              <a:t>    │ ZMQ socket                   ▼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57AB5A"/>
                </a:solidFill>
                <a:latin typeface="Consolas"/>
              </a:defRPr>
            </a:pPr>
            <a:r>
              <a:t>    │         ┌───────────────────────────────────────┐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57AB5A"/>
                </a:solidFill>
                <a:latin typeface="Consolas"/>
              </a:defRPr>
            </a:pPr>
            <a:r>
              <a:t>    │         │  Gaussian 16     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│         │  → Frequency calculation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57AB5A"/>
                </a:solidFill>
                <a:latin typeface="Consolas"/>
              </a:defRPr>
            </a:pPr>
            <a:r>
              <a:t>    │         └───────────────────────────────────────┘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8B949E"/>
                </a:solidFill>
                <a:latin typeface="Consolas"/>
              </a:defRPr>
            </a:pPr>
            <a:r>
              <a:t>    │         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8B949E"/>
                </a:solidFill>
                <a:latin typeface="Consolas"/>
              </a:defRPr>
            </a:pPr>
            <a:r>
              <a:t>    │                              │ calls external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8B949E"/>
                </a:solidFill>
                <a:latin typeface="Consolas"/>
              </a:defRPr>
            </a:pPr>
            <a:r>
              <a:t>    │                              ▼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DB6D28"/>
                </a:solidFill>
                <a:latin typeface="Consolas"/>
              </a:defRPr>
            </a:pPr>
            <a:r>
              <a:t>    │         ┌───────────────────────────────────────┐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DB6D28"/>
                </a:solidFill>
                <a:latin typeface="Consolas"/>
              </a:defRPr>
            </a:pPr>
            <a:r>
              <a:t>    └─────────│  Helper Script (gm_helper.py)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      │  → Connects main ↔ Gaussian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DB6D28"/>
                </a:solidFill>
                <a:latin typeface="Consolas"/>
              </a:defRPr>
            </a:pPr>
            <a:r>
              <a:t>              └───────────────────────────────────────┘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
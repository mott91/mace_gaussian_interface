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zmq_bridge_circular.txt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3152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Main Python Process (gm_main.py)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Creates ZMQ socket (server)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Launches Gaussian subprocess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Calculates ML dipoles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              ▲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launches               │ ZMQ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▼                        │ socket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│  Gaussian 16 (Fortran)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Frequency calculation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Calls External="gm_helper.py"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              ▲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calls                  │ returns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▼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│  Helper Script (gm_helper.py)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Connects to ZMQ socket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Sends geometry file paths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Waits for 'done' signal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Returns to Gaussian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zmq_bridge_side_by_side.txt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┌─────────────────────┐        ┌─────────────────────┐</a:t>
            </a: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Main Process       │◀──────▶│  Gaussian 16        │</a:t>
            </a: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(Python)           │  ZMQ   │  (Fortran)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                   │        │          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• ZMQ server       │        │  • Freq calculation │</a:t>
            </a: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• ML dipole calc   │        │  • Calls external   │</a:t>
            </a: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└─────────────────────┘        └─────────────────────┘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▲                      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            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ZMQ socket   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                       ▼</a:t>
            </a:r>
          </a:p>
          <a:p>
            <a:pPr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         │          ┌─────────────────────────────┐</a:t>
            </a:r>
          </a:p>
          <a:p>
            <a:pPr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         └──────────│  Helper (gm_helper.py)      │──────────┐</a:t>
            </a:r>
          </a:p>
          <a:p>
            <a:pPr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                    │  • Bridge between processes │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                    │  • Sends file paths         │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                    │  • Waits for completion     │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                    └─────────────────────────────┘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  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             └──▶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Flow: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1. Main launches Gaussian with External directive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2. Gaussian calls helper when dipoles needed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3. Helper connects to main via ZMQ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4. Main calculates dipoles, writes output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5. Helper returns to Gaussian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zmq_bridge_detailed.txt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768096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║  Main Process: gm_main.py (Python + ASE + MACE)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(1) Create ZMQ socket, bind to .ipc_file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(2) Generate Gaussian input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║  Gaussian 16: Frequency Calculation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║  Route: # freq (anharm) external="gm_helper.py"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(3) During freq calc: call external program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║  Helper Script: gm_helper.py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(4) Connect to ZMQ socket (.ipc_file)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(5) Send: "infile|outfile"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║  Main Process: ZMQ Handler 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(6) Read geometry from infile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(7) Calculate ML dipoles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(8) Write Gaussian format to outfile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(9) Send: "done"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║  Helper: gm_helper.py      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(10) Receive "done", return to Gaussian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║  Gaussian 16: Continue calculation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69494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│  Main Process (gm_main.py)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│  → ZMQ server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│  → ML dipole calculations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▲     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│ launches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ZMQ socket               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7AB5A"/>
                </a:solidFill>
                <a:latin typeface="Consolas"/>
              </a:defRPr>
            </a:pPr>
            <a:r>
              <a:t>    │         ┌───────────────────────────────────────┐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7AB5A"/>
                </a:solidFill>
                <a:latin typeface="Consolas"/>
              </a:defRPr>
            </a:pPr>
            <a:r>
              <a:t>    │         │  Gaussian 16 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│         │  → Frequency calculation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7AB5A"/>
                </a:solidFill>
                <a:latin typeface="Consolas"/>
              </a:defRPr>
            </a:pPr>
            <a:r>
              <a:t>    │         └───────────────────────────────────────┘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│ calls external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DB6D28"/>
                </a:solidFill>
                <a:latin typeface="Consolas"/>
              </a:defRPr>
            </a:pPr>
            <a:r>
              <a:t>    │         ┌───────────────────────────────────────┐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DB6D28"/>
                </a:solidFill>
                <a:latin typeface="Consolas"/>
              </a:defRPr>
            </a:pPr>
            <a:r>
              <a:t>    └─────────│  Helper Script (gm_helper.py)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          │  → Connects main ↔ Gaussian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DB6D28"/>
                </a:solidFill>
                <a:latin typeface="Consolas"/>
              </a:defRPr>
            </a:pPr>
            <a:r>
              <a:t>              └───────────────────────────────────────┘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
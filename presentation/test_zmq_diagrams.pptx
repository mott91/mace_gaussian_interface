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zmq_bridge_circular.txt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73152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│  Main Python Process (gm_main.py)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Creates ZMQ socket (server)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Launches Gaussian subprocess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Calculates ML dipoles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│                        ▲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│ launches               │ ZMQ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▼                        │ socket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7AB5A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7AB5A"/>
                </a:solidFill>
                <a:latin typeface="Consolas"/>
              </a:defRPr>
            </a:pPr>
            <a:r>
              <a:t>│  Gaussian 16 (Fortran)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Frequency calculation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Calls External="gm_helper.py"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7AB5A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│                        ▲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│ calls                  │ returns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▼  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DB6D28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DB6D28"/>
                </a:solidFill>
                <a:latin typeface="Consolas"/>
              </a:defRPr>
            </a:pPr>
            <a:r>
              <a:t>│  Helper Script (gm_helper.py)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Connects to ZMQ socket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Sends geometry file paths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Waits for 'done' signal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Returns to Gaussian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DB6D28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zmq_bridge_side_by_side.txt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┌─────────────────────┐        ┌─────────────────────┐</a:t>
            </a:r>
          </a:p>
          <a:p>
            <a:pPr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│  Main Process       │◀──────▶│  Gaussian 16        │</a:t>
            </a:r>
          </a:p>
          <a:p>
            <a:pPr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│  (Python)           │  ZMQ   │  (Fortran)          │</a:t>
            </a:r>
          </a:p>
          <a:p>
            <a:pPr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└─────────────────────┘        └─────────────────────┘</a:t>
            </a:r>
          </a:p>
          <a:p>
            <a:pPr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• ZMQ server                    • Freq calculation</a:t>
            </a:r>
          </a:p>
          <a:p>
            <a:pPr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• ML dipole calc                • Calls external</a:t>
            </a:r>
          </a:p>
          <a:p>
            <a:pPr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▲                                 │</a:t>
            </a:r>
          </a:p>
          <a:p>
            <a:pPr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│                                 │</a:t>
            </a:r>
          </a:p>
          <a:p>
            <a:pPr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│         ZMQ socket              │</a:t>
            </a:r>
          </a:p>
          <a:p>
            <a:pPr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│                                 ▼</a:t>
            </a:r>
          </a:p>
          <a:p>
            <a:pPr>
              <a:spcAft>
                <a:spcPts val="200"/>
              </a:spcAft>
              <a:defRPr sz="1100">
                <a:solidFill>
                  <a:srgbClr val="DB6D28"/>
                </a:solidFill>
                <a:latin typeface="Consolas"/>
              </a:defRPr>
            </a:pPr>
            <a:r>
              <a:t>         │          ┌─────────────────────────────┐</a:t>
            </a:r>
          </a:p>
          <a:p>
            <a:pPr>
              <a:spcAft>
                <a:spcPts val="200"/>
              </a:spcAft>
              <a:defRPr sz="1100">
                <a:solidFill>
                  <a:srgbClr val="DB6D28"/>
                </a:solidFill>
                <a:latin typeface="Consolas"/>
              </a:defRPr>
            </a:pPr>
            <a:r>
              <a:t>         └──────────│  Helper (gm_helper.py)      │</a:t>
            </a:r>
          </a:p>
          <a:p>
            <a:pPr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                  │  • Bridge between processes │</a:t>
            </a:r>
          </a:p>
          <a:p>
            <a:pPr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                  │  • Sends file paths         │</a:t>
            </a:r>
          </a:p>
          <a:p>
            <a:pPr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                  │  • Waits for completion     │</a:t>
            </a:r>
          </a:p>
          <a:p>
            <a:pPr>
              <a:spcAft>
                <a:spcPts val="200"/>
              </a:spcAft>
              <a:defRPr sz="1100">
                <a:solidFill>
                  <a:srgbClr val="DB6D28"/>
                </a:solidFill>
                <a:latin typeface="Consolas"/>
              </a:defRPr>
            </a:pPr>
            <a:r>
              <a:t>                    └─────────────────────────────┘</a:t>
            </a:r>
          </a:p>
          <a:p>
            <a:pPr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Flow:</a:t>
            </a:r>
          </a:p>
          <a:p>
            <a:pPr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1. Main launches Gaussian with External directive</a:t>
            </a:r>
          </a:p>
          <a:p>
            <a:pPr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2. Gaussian calls helper when dipoles needed</a:t>
            </a:r>
          </a:p>
          <a:p>
            <a:pPr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3. Helper connects to main via ZMQ</a:t>
            </a:r>
          </a:p>
          <a:p>
            <a:pPr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4. Main calculates dipoles, writes output</a:t>
            </a:r>
          </a:p>
          <a:p>
            <a:pPr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5. Helper returns to Gaussian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zmq_bridge_detailed.txt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768096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║  Main Process: gm_main.py (Python + ASE + MACE)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╚═══════════════════════════════════════════════════════╝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(1) Create ZMQ socket, bind to .ipc_file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(2) Generate Gaussian input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║  Gaussian 16: Frequency Calculation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║  Route: # freq (anharm) external="gm_helper.py"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╚═══════════════════════════════════════════════════════╝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(3) During freq calc: call external program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║  Helper Script: gm_helper.py      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╚═══════════════════════════════════════════════════════╝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(4) Connect to ZMQ socket (.ipc_file)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(5) Send: "infile|outfile"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║  Main Process: ZMQ Handler        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╚═══════════════════════════════════════════════════════╝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(6) Read geometry from infile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(7) Calculate ML dipoles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(8) Write Gaussian format to outfile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(9) Send: "done"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║  Helper: gm_helper.py             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╚═══════════════════════════════════════════════════════╝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(10) Receive "done", return to Gaussian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║  Gaussian 16: Continue calculation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╚═══════════════════════════════════════════════════════╝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zmq_bridge.txt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694944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58A6FF"/>
                </a:solidFill>
                <a:latin typeface="Consolas"/>
              </a:defRPr>
            </a:pPr>
            <a:r>
              <a:t>│  Main Process (gm_main.py)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│  → ZMQ server   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│  → ML dipole calculations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  ▲        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  │                              │ launches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  │ ZMQ socket                   ▼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57AB5A"/>
                </a:solidFill>
                <a:latin typeface="Consolas"/>
              </a:defRPr>
            </a:pPr>
            <a:r>
              <a:t>    │         ┌───────────────────────────────────────┐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57AB5A"/>
                </a:solidFill>
                <a:latin typeface="Consolas"/>
              </a:defRPr>
            </a:pPr>
            <a:r>
              <a:t>    │         │  Gaussian 16    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    │         │  → Frequency calculation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57AB5A"/>
                </a:solidFill>
                <a:latin typeface="Consolas"/>
              </a:defRPr>
            </a:pPr>
            <a:r>
              <a:t>    │         └───────────────────────────────────────┘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  │        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  │                              │ calls external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  │                              ▼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DB6D28"/>
                </a:solidFill>
                <a:latin typeface="Consolas"/>
              </a:defRPr>
            </a:pPr>
            <a:r>
              <a:t>    │         ┌───────────────────────────────────────┐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DB6D28"/>
                </a:solidFill>
                <a:latin typeface="Consolas"/>
              </a:defRPr>
            </a:pPr>
            <a:r>
              <a:t>    └─────────│  Helper Script (gm_helper.py)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              │  → Connects main ↔ Gaussian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DB6D28"/>
                </a:solidFill>
                <a:latin typeface="Consolas"/>
              </a:defRPr>
            </a:pPr>
            <a:r>
              <a:t>              └───────────────────────────────────────┘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
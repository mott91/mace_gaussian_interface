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dipole_methods.md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MACE-ML (Direct Prediction)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Input → E(3)-equivariant NN → μ = (μx, μy, μz)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Direct dipole prediction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Fast (~0.1s per geometry)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Requires custom model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Espaloma (Charge-Based)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Predict charges → μ = Σ qᵢ·rᵢ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ML partial charges (q₁, q₂, ..., qₙ)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Sum over atomic positions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Widely available, interpretable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Fallback Chain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MACE-ML → Espaloma → xTB → Geometry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mode_matching.md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Problem: Frequency Order Mismatch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DFT:  [500, 1200, 1500, 2900, 3100] cm⁻¹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ML:   [498, 3095, 1205, 2895, 1498] cm⁻¹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Cannot compare by index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Solution: Eigenvector Dot Product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similarity = |v_ML · v_DFT|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Compare atomic displacement patterns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Find best match (threshold &gt; 0.8)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Robust to frequency ordering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Example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ML 498 cm⁻¹ → DFT 500 cm⁻¹  [0.996]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ML 3095 cm⁻¹ → DFT 3100 cm⁻¹ [0.989]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ls -la parsing/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Gaussian .log Files (2-10 MB)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Harmonic frequencies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Anharmonic frequencies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Overtones &amp; combination bands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IR intensities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Eigenvectors (3N-6 modes)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Challenges: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• Multi-column format (3 modes/block)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• 10,000-50,000 lines to search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• Regex pattern matching required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JSON Results (ML)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{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"frequencies": [...],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"ir_intensities": [...],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  "eigenvectors": [[...]]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}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Structured, easy to parse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
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dipole_calculation_methods.txt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DIPOLE MOMENT CALCULATION METHODS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1. MACE-ML (Custom Dipole-Enabled MACE)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─────────────────────────────────────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Model: DipolePolarizabilityMACE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Path:  ~/mace_gaussian/dipole_model/model_1.model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Architecture: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│  Input: Atomic coordinates (x, y, z) + atomic numbers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│         ↓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│  E(3)-equivariant message passing layers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│         ↓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   │  Output: μ = (μx, μy, μz)  [Debye]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│          Direct prediction of molecular dipole moment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Advantages: Fast (~0.1s per geometry), physically consistent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Limitations: Requires custom-trained model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2. ESPALOMA (Charge-Based Approach)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──────────────────────────────────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Method: Atomic partial charges from graph neural network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Algorithm: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│  1. Predict partial charges: q₁, q₂, ..., qₙ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│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│  2. Calculate dipole moment: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│                        n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   │     μ = Σ qᵢ · rᵢ     (vector sum)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│        i=1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│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│     where: qᵢ = partial charge on atom i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│            rᵢ = position vector of atom i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Advantages: Widely available, interpretable (charge-based)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Limitations: Indirect approach, charge assignment ambiguity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BC8CFF"/>
                </a:solidFill>
                <a:latin typeface="Consolas"/>
              </a:defRPr>
            </a:pPr>
            <a:r>
              <a:t>FALLBACK HIERARCHY: MACE-ML → Espaloma → xTB → Geometry-based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eigenvector_mode_matching.txt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EIGENVECTOR MODE MATCHING ALGORITHM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PROBLEM: Frequency Ordering Mismatch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DFT and ML calculations produce vibrational frequencies in different orders: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  DFT Frequencies:  [500, 1200, 1500, 2900, 3100, 3200] cm⁻¹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ML Frequencies:   [498, 3195, 1205, 2895, 1498, 3098] cm⁻¹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↑    ↑     ↑     ↑     ↑     ↑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Cannot directly compare by index!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SOLUTION: Eigenvector Dot Product Matching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───────────────────────────────────────────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Each vibrational mode has an eigenvector describing atomic displacements: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For each ML mode i: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1. Calculate dot product with all DFT modes: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│       similarity[j] = |v_ML[i] · v_DFT[j]|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│       where v_ML[i], v_DFT[j] are normalized eigenvectors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2. Find best match: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│       matched_mode[i] = argmax similarity[j]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                       j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3. If similarity &gt; threshold (0.8):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→ Match confirmed, compare frequencies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Else: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     → Mode not found in DFT calculation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EXAMPLE MATCHING: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ML Mode 1 (498 cm⁻¹)  → DFT Mode 1 (500 cm⁻¹)   [dot product: 0.996]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ML Mode 2 (3195 cm⁻¹) → DFT Mode 6 (3200 cm⁻¹)  [dot product: 0.989]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ML Mode 3 (1205 cm⁻¹) → DFT Mode 2 (1200 cm⁻¹)  [dot product: 0.993]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...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900">
                <a:solidFill>
                  <a:srgbClr val="BC8CFF"/>
                </a:solidFill>
                <a:latin typeface="Consolas"/>
              </a:defRPr>
            </a:pPr>
            <a:r>
              <a:t>Implementation: gaussian_parser.py, analyze_spectra.py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output_file_parsing.txt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OUTPUT FILE PARSING REQUIREMENTS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MULTIPLE FILE FORMATS TO PARSE: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1. GAUSSIAN OUTPUT FILES (.log)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─────────────────────────────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Path: comparison_results/{molecule}/wb97xd/{molecule}_freq_anharm.log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Size: ~2-10 MB (text), 10,000-50,000 lines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Parsing Targets: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┌──────────────────────────────────────────────────────────────────┐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• Harmonic frequencies: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Pattern: 'Frequencies --  500.00  1200.00  1500.00'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• Anharmonic frequencies: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Pattern: 'Fundamental Bands (cm-1)'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• Overtones and combination bands: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Pattern: '2(1)' or '1(1) + 2(1)'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• IR intensities: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Pattern: 'IR Inten    --   25.00   50.00  100.00'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• Normal mode eigenvectors: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3N-6 modes × N atoms × 3 coordinates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Pattern: 'Atom  AN      X      Y      Z'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└──────────────────────────────────────────────────────────────────┘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Challenges: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• Multi-column format (3 modes per block)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• Scattered data across file (search 1000s of lines)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• Anharmonic section sometimes missing (wb97xd issues)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2. JSON RESULTS FILES (ML calculations)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──────────────────────────────────────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Paths: comparison_results/{molecule}/{energy}_{dipole}/results.json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Examples: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• mace_mp_espaloma/results.json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• mace_omol_mace_ml/results.json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Structure: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┌──────────────────────────────────────────────────────────────────┐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{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"calculator_type": "ml",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"energy_calculator": "mace_mp",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"dipole_calculator": "espaloma",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"frequencies": {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│     "harmonic": [500.0, 1200.0, 1500.0, ...],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│     "anharmonic": [498.0, 1195.0, 1497.0, ...]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},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"ir_intensities": {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│     "harmonic": [25.0, 50.0, 100.0, ...],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│     "anharmonic": [26.0, 51.0, 102.0, ...]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},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"eigenvectors": [[...], [...], ...],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│   "runtime_s": 45.2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│ }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└──────────────────────────────────────────────────────────────────┘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BC8CFF"/>
                </a:solidFill>
                <a:latin typeface="Consolas"/>
              </a:defRPr>
            </a:pPr>
            <a:r>
              <a:t>PARSER IMPLEMENTATION: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• gaussian_parser.py: Regex-based Gaussian log parsing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• results_manager.py: JSON loading and validation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• comparison_workflow.py: Aggregates all results for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
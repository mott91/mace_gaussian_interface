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dipole_methods.md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MACE-ML (Direct Prediction)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Input → E(3)-equivariant NN → μ = (μx, μy, μz)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Direct dipole prediction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Fast (~0.1s per geometry)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Requires custom model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Espaloma (Charge-Based)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Predict charges → μ = Σ qᵢ·rᵢ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partial charges (q₁, q₂, ..., qₙ)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Sum over atomic positions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Widely available, interpretable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Fallback Chain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MACE-ML → Espaloma → xTB → Geometry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Frequency Order Mismatch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ML:   [498, 3095, 1205, 2895, 1498] cm⁻¹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similarity = |v_ML · v_DFT|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Compare atomic displacement patterns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Find best match (threshold &gt; 0.8)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frequency ordering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ML 498 cm⁻¹ → DFT 500 cm⁻¹  [0.996]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ML 3095 cm⁻¹ → DFT 3100 cm⁻¹ [0.989]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-la parsing/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Gaussian .log Files (2-10 MB)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Harmonic frequencies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Anharmonic frequencies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Overtones &amp; combination bands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IR intensities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Eigenvectors (3N-6 modes)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Challenges: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• Multi-column format (3 modes/block)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• 10,000-50,000 lines to search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• Regex pattern matching required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JSON Results (ML)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{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"frequencies": [...],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"ir_intensities": [...],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"eigenvectors": [[...]]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}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Structured, easy to parse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workflow_automation.md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Automatic Directory Structure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comparison_results/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└─ {molecule}/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├─ geometry_opt/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├─ wb97xd/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└─ {energy}_{dipole}/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Created on-the-fly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Organized by calculator combination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Smart File Detection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Auto-detect existing calculations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Skip completed steps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Resume from interruption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Find DFT baseline automatically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Results Aggregation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Load all JSON results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Parse all .log files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modes across methods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Generate unified HTML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
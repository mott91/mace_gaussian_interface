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workflow_vertical.txt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water.xyz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Phase 1: Geometry Optimization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MACE-OMOL calculator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Output: optimized.xyz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Phase 2: DFT Baseline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B3LYP/6-31G(d,p)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Output: reference frequencies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Phase 3: ML Frequency Calculations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Energy: MACE-MP/MACE-OMOL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Dipole: Espaloma/MACE-ML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ZMQ bridge → Gaussian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▼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Phase 4: Analysis &amp; Comparison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Statistics: MAE, RMSE, R²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Plots: regression, spectra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→ Output: HTML report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workflow_horizontal.txt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┌─────────┐        ┌─────────┐        ┌─────────┐        ┌─────────┐</a:t>
            </a:r>
          </a:p>
          <a:p>
            <a:pPr>
              <a:spcAft>
                <a:spcPts val="4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│ Phase 1 │───────▶│ Phase 2 │───────▶│ Phase 3 │───────▶│ Phase 4 │</a:t>
            </a:r>
          </a:p>
          <a:p>
            <a:pPr>
              <a:spcAft>
                <a:spcPts val="4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└─────────┘        └─────────┘        └─────────┘        └─────────┘</a:t>
            </a: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Geometry           DFT                ML                 Analysis</a:t>
            </a:r>
          </a:p>
          <a:p>
            <a:pPr>
              <a:spcAft>
                <a:spcPts val="4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Optimization       Baseline           Frequencies        &amp; Reports</a:t>
            </a: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MACE-OMOL          B3LYP              MACE-MP +          Statistics</a:t>
            </a: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calculator         6-31G(d,p)         Espaloma           Regression</a:t>
            </a: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optimized.xyz      reference          ZMQ bridge         HTML</a:t>
            </a:r>
          </a:p>
          <a:p>
            <a:pPr>
              <a:spcAft>
                <a:spcPts val="4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                 frequencies        Gaussian           plots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workflow_detailed.txt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INPUT: water.xyz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║  PHASE 1: GEOMETRY OPTIMIZATION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╠═══════════════════════════════════════════════════════════╣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Calculator: MACE-OMOL (default)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Output:     optimized.xyz, results.json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║  PHASE 2: DFT BASELINE (optional, default=True)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╠═══════════════════════════════════════════════════════════╣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Method:     B3LYP/6-31G(d,p)  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Type:       Harmonic frequencies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Output:     b3lyp_6-31Gdp/results.json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║  PHASE 3: ML FREQUENCY CALCULATIONS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╠═══════════════════════════════════════════════════════════╣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Energy:     MACE-MP, MACE-OMOL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Dipole:     Espaloma, MACE-ML 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Bridge:     ZMQ IPC → Gaussian 16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Output:     {energy}_{dipole}/results.json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8B949E"/>
                </a:solidFill>
                <a:latin typeface="Consolas"/>
              </a:defRPr>
            </a:pPr>
            <a:r>
              <a:t>  ↓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║  PHASE 4: ANALYSIS &amp; COMPARISON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╠═══════════════════════════════════════════════════════════╣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Metrics:    MAE, RMSE, R²     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Plots:      Regression, KDE spectra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C9D1D9"/>
                </a:solidFill>
                <a:latin typeface="Consolas"/>
              </a:defRPr>
            </a:pPr>
            <a:r>
              <a:t>║  Output:     {molecule}_spectral_analysis.html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0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╚═══════════════════════════════════════════════════════════╝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workflow_compact.txt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water.xyz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  ├─▶ [1] Optimize (MACE-OMOL)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  ├─▶ [2] DFT Baseline (B3LYP)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  ├─▶ [3] ML Freq (Gaussian+ZMQ)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  │       Energy: MACE-MP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  │       Dipole: Espaloma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  └─▶ [4] Analysis (MAE/RMSE/R²)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OUTPUT: HTML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workflow.txt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69494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water.xyz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║  Phase 1: Geometry Optimization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MACE-OMOL calculator    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Output: optimized.xyz   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║  Phase 2: DFT Baseline     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B3LYP/6-31G(d,p)        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Output: reference frequencies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║  Phase 3: ML Frequency Calculations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Energy: MACE-MP/MACE-OMOL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Dipole: Espaloma/MACE-ML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ZMQ bridge → Gaussian   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↓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║  Phase 4: Analysis &amp; Comparison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Statistics: MAE, RMSE, R²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Plots: regression, spectra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║  → Output: HTML report                          ║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
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1 — figlet doom — MACE block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4124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___  ___  ___  _____  _____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 \/  | / _ \/  __ \|  ___|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.  . |/ /_\ \ /  \/| |__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|\/| ||  _  | |    |  __|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| |  | || | | | \__/\| |___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\_|  |_/\_| |_/\____/\____/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$ ./presentation.sh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C9D1D9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16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2 — ASCII IR spectrum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41248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            |          ||                    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           |||         |||                   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           |||   |     |||             |    |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 ||  |||||  ||  | ||||           |||  || 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|||| ||||| ||| |||||||         | |||  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|||| ||||| ||| |||||||        |||||| ||||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 |||| ||||| ||| |||||||        |||||| ||||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 |||| ||||| ||| |||||||        |||||| ||||        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────────────────────────────────────────────────────→</a:t>
            </a:r>
          </a:p>
          <a:p>
            <a:pPr algn="l">
              <a:spcAft>
                <a:spcPts val="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400    700   1200  1680       2900 3050 3300    cm⁻¹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$ mace-gaussian run aspirin.xyz  # harmonic benchmark</a:t>
            </a:r>
          </a:p>
          <a:p>
            <a:pPr algn="l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// ML-accelerated IR spectroscopy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3 — system boot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8046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Initializing mace-gaussian v1.1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Loading MACE-OMOL-0    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Loading MACE4IR dipole  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Starting ZMQ IPC server 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[========================]  Gaussian 16 bridge ready    [done]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  ─  ─  ─  ─  ─  ─  ─  ─  ─  ─  ─  ─  ─  ─  ─  ─  ─  ─  ─  ─  ─  ─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$ mace-gaussian run molecule.xyz</a:t>
            </a: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l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  // all systems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4 — v1 spirit — minimal + centered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73152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3000">
                <a:solidFill>
                  <a:srgbClr val="58A6FF"/>
                </a:solidFill>
                <a:latin typeface="Consolas"/>
              </a:defRPr>
            </a:pPr>
            <a:r>
              <a:t>$ ./presentation.sh</a:t>
            </a:r>
          </a:p>
          <a:p>
            <a:pPr algn="ctr">
              <a:spcAft>
                <a:spcPts val="0"/>
              </a:spcAft>
              <a:defRPr sz="30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30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3000">
                <a:solidFill>
                  <a:srgbClr val="8B949E"/>
                </a:solidFill>
                <a:latin typeface="Consolas"/>
              </a:defRPr>
            </a:pPr>
            <a:r>
              <a:t>// ML-accelerated IR spectroscopy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5 — lean — thin strokes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  _/      _/    _/_/      _/_/_/  _/_/_/_/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 _/_/  _/_/  _/    _/  _/        _/  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_/  _/  _/  _/_/_/_/  _/        _/_/_/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_/      _/  _/    _/  _/        _/    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_/      _/  _/    _/    _/_/_/  _/_/_/_/     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$ mace-gaussian run molecule.xyz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C9D1D9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16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6 — lean — filled 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  ██      ██    ████      ██████  ████████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 ████  ████  ██    ██  ██        ██  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██  ██  ██  ████████  ██        ██████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██      ██  ██    ██  ██        ██    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      ██  ██    ██    ██████  ████████     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$ mace-gaussian run molecule.xyz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C9D1D9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16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7 — block — thin strokes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4124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$ mace-gaussian run molecule.xyz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C9D1D9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16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8 — block — filled 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4124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      ██    ████      ██████  ████████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████  ████  ██    ██  ██        ██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  ██  ██  ████████  ██        ██████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      ██  ██    ██  ██        ██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██      ██  ██    ██    ██████  ████████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$ mace-gaussian run molecule.xyz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C9D1D9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16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B949E"/>
                </a:solidFill>
                <a:latin typeface="Consolas"/>
              </a:defRPr>
            </a:pPr>
            <a:r>
              <a:t>// style 9 — block + GAUSSIAN — neofetch spirit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       GAUSSIAN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
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1 — figlet doom — MACE block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412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___  ___  ___  _____  _____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|  \/  | / _ \/  __ \|  ___|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| .  . |/ /_\ \ /  \/| |__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| |\/| ||  _  | |    |  __|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| |  | || | | | \__/\| |___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\_|  |_/\_| |_/\____/\____/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$ ./presentation.sh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C9D1D9"/>
                </a:solidFill>
                <a:latin typeface="Consolas"/>
              </a:defRPr>
            </a:pPr>
            <a:r>
              <a:t>// ML-accelerated IR spectroscopy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// MACE × Gaussian 16 · ZMQ · VPT2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2 — ASCII IR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200">
                <a:solidFill>
                  <a:srgbClr val="58A6FF"/>
                </a:solidFill>
                <a:latin typeface="Consolas"/>
              </a:defRPr>
            </a:pPr>
            <a:r>
              <a:t>            |          ||                     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58A6FF"/>
                </a:solidFill>
                <a:latin typeface="Consolas"/>
              </a:defRPr>
            </a:pPr>
            <a:r>
              <a:t>           |||         |||                    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58A6FF"/>
                </a:solidFill>
                <a:latin typeface="Consolas"/>
              </a:defRPr>
            </a:pPr>
            <a:r>
              <a:t>           |||   |     |||             |    | 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||  |||||  ||  | ||||           |||  || 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|||| ||||| ||| |||||||         | |||  |||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|||| ||||| ||| |||||||        |||||| ||||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 |||| ||||| ||| |||||||        |||||| ||||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 |||| ||||| ||| |||||||        |||||| ||||        </a:t>
            </a:r>
          </a:p>
          <a:p>
            <a:pPr algn="l">
              <a:spcAft>
                <a:spcPts val="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────────────────────────────────────────────────────→</a:t>
            </a:r>
          </a:p>
          <a:p>
            <a:pPr algn="l">
              <a:spcAft>
                <a:spcPts val="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400    700   1200  1680       2900 3050 3300    cm⁻¹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$ mace-gaussian run aspirin.xyz  # harmonic benchmark</a:t>
            </a:r>
          </a:p>
          <a:p>
            <a:pPr algn="l"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1400">
                <a:solidFill>
                  <a:srgbClr val="8B949E"/>
                </a:solidFill>
                <a:latin typeface="Consolas"/>
              </a:defRPr>
            </a:pPr>
            <a:r>
              <a:t>  // ML-accelerated IR spectroscopy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3 — system boot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Initializing mace-gaussian v1.1</a:t>
            </a:r>
          </a:p>
          <a:p>
            <a:pPr algn="l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1600">
                <a:solidFill>
                  <a:srgbClr val="3FB950"/>
                </a:solidFill>
                <a:latin typeface="Consolas"/>
              </a:defRPr>
            </a:pPr>
            <a:r>
              <a:t>  [========================]  Loading MACE-OMOL-0        [done]</a:t>
            </a:r>
          </a:p>
          <a:p>
            <a:pPr algn="l">
              <a:spcAft>
                <a:spcPts val="0"/>
              </a:spcAft>
              <a:defRPr sz="1600">
                <a:solidFill>
                  <a:srgbClr val="3FB950"/>
                </a:solidFill>
                <a:latin typeface="Consolas"/>
              </a:defRPr>
            </a:pPr>
            <a:r>
              <a:t>  [========================]  Loading MACE4IR dipole      [done]</a:t>
            </a:r>
          </a:p>
          <a:p>
            <a:pPr algn="l">
              <a:spcAft>
                <a:spcPts val="0"/>
              </a:spcAft>
              <a:defRPr sz="1600">
                <a:solidFill>
                  <a:srgbClr val="3FB950"/>
                </a:solidFill>
                <a:latin typeface="Consolas"/>
              </a:defRPr>
            </a:pPr>
            <a:r>
              <a:t>  [========================]  Starting ZMQ IPC server     [done]</a:t>
            </a:r>
          </a:p>
          <a:p>
            <a:pPr algn="l">
              <a:spcAft>
                <a:spcPts val="0"/>
              </a:spcAft>
              <a:defRPr sz="1600">
                <a:solidFill>
                  <a:srgbClr val="3FB950"/>
                </a:solidFill>
                <a:latin typeface="Consolas"/>
              </a:defRPr>
            </a:pPr>
            <a:r>
              <a:t>  [========================]  Gaussian 16 bridge ready    [done]</a:t>
            </a:r>
          </a:p>
          <a:p>
            <a:pPr algn="l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  ─  ─  ─  ─  ─  ─  ─  ─  ─  ─  ─  ─  ─  ─  ─  ─  ─  ─  ─  ─  ─  ─</a:t>
            </a:r>
          </a:p>
          <a:p>
            <a:pPr algn="l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$ mace-gaussian run molecule.xyz</a:t>
            </a:r>
          </a:p>
          <a:p>
            <a:pPr algn="l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  // all systems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4 — v1 spirit — minimal + centered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3000">
                <a:solidFill>
                  <a:srgbClr val="58A6FF"/>
                </a:solidFill>
                <a:latin typeface="Consolas"/>
              </a:defRPr>
            </a:pPr>
            <a:r>
              <a:t>$ ./presentation.sh</a:t>
            </a:r>
          </a:p>
          <a:p>
            <a:pPr algn="ctr">
              <a:spcAft>
                <a:spcPts val="0"/>
              </a:spcAft>
              <a:defRPr sz="30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30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3000">
                <a:solidFill>
                  <a:srgbClr val="8B949E"/>
                </a:solidFill>
                <a:latin typeface="Consolas"/>
              </a:defRPr>
            </a:pPr>
            <a:r>
              <a:t>// ML-accelerated IR spectroscopy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5 — lean — thin strokes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  _/      _/    _/_/      _/_/_/  _/_/_/_/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 _/_/  _/_/  _/    _/  _/        _/  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_/  _/  _/  _/_/_/_/  _/        _/_/_/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_/      _/  _/    _/  _/        _/    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_/      _/  _/    _/    _/_/_/  _/_/_/_/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$ mace-gaussian run molecule.xyz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C9D1D9"/>
                </a:solidFill>
                <a:latin typeface="Consolas"/>
              </a:defRPr>
            </a:pPr>
            <a:r>
              <a:t>// ML-accelerated IR spectroscopy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// MACE × Gaussian 16 · ZMQ · VPT2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6 — lean — filled 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  ██      ██    ████      ██████  ████████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 ████  ████  ██    ██  ██        ██  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 ██  ██  ██  ████████  ██        ██████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 ██      ██  ██    ██  ██        ██    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██      ██  ██    ██    ██████  ████████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$ mace-gaussian run molecule.xyz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C9D1D9"/>
                </a:solidFill>
                <a:latin typeface="Consolas"/>
              </a:defRPr>
            </a:pPr>
            <a:r>
              <a:t>// ML-accelerated IR spectroscopy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// MACE × Gaussian 16 · ZMQ · VPT2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7 — block — thin strokes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412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  _|_|      _|_|_|  _|_|_|_|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_|_|  _|_|  _|    _|  _|        _|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_|  _|  _|_|_|_|  _|        _|_|_|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_|    _|  _|        _|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_|    _|    _|_|_|  _|_|_|_|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$ mace-gaussian run molecule.xyz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C9D1D9"/>
                </a:solidFill>
                <a:latin typeface="Consolas"/>
              </a:defRPr>
            </a:pPr>
            <a:r>
              <a:t>// ML-accelerated IR spectroscopy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// MACE × Gaussian 16 · ZMQ · VPT2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8 — block — filled 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412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██      ██    ████      ██████  ████████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████  ████  ██    ██  ██        ██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██  ██  ██  ████████  ██        ██████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██      ██  ██    ██  ██        ██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██      ██  ██    ██    ██████  ████████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$ mace-gaussian run molecule.xyz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</a:p>
          <a:p>
            <a:pPr algn="ctr">
              <a:spcAft>
                <a:spcPts val="0"/>
              </a:spcAft>
              <a:defRPr sz="1600">
                <a:solidFill>
                  <a:srgbClr val="C9D1D9"/>
                </a:solidFill>
                <a:latin typeface="Consolas"/>
              </a:defRPr>
            </a:pPr>
            <a:r>
              <a:t>// ML-accelerated IR spectroscopy</a:t>
            </a:r>
          </a:p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// MACE × Gaussian 16 · ZMQ · VPT2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949E"/>
                </a:solidFill>
                <a:latin typeface="Consolas"/>
              </a:defRPr>
            </a:pPr>
            <a:r>
              <a:t>// style 9 — block + GAUSSIAN — neofetch spirit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412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  _|_|      _|_|_|  _|_|_|_|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_|_|  _|_|  _|    _|  _|        _|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_|  _|  _|_|_|_|  _|        _|_|_|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_|    _|  _|        _|        </a:t>
            </a:r>
          </a:p>
          <a:p>
            <a:pPr algn="ctr">
              <a:spcAft>
                <a:spcPts val="0"/>
              </a:spcAft>
              <a:defRPr sz="1600">
                <a:solidFill>
                  <a:srgbClr val="58A6FF"/>
                </a:solidFill>
                <a:latin typeface="Consolas"/>
              </a:defRPr>
            </a:pPr>
            <a:r>
              <a:t>_|      _|  _|    _|    _|_|_|  _|_|_|_|  </a:t>
            </a:r>
          </a:p>
          <a:p>
            <a:pPr algn="ctr">
              <a:spcAft>
                <a:spcPts val="0"/>
              </a:spcAft>
              <a:defRPr sz="1600">
                <a:solidFill>
                  <a:srgbClr val="3FB950"/>
                </a:solidFill>
                <a:latin typeface="Consolas"/>
              </a:defRPr>
            </a:pPr>
            <a:r>
              <a:t>              GAUSSIAN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>
                <a:solidFill>
                  <a:srgbClr val="8B949E"/>
                </a:solidFill>
                <a:latin typeface="Consolas"/>
              </a:defRPr>
            </a:pPr>
            <a:r>
              <a:t>// ML-accelerated IR spectrum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949E"/>
                </a:solidFill>
                <a:latin typeface="Consolas"/>
              </a:defRPr>
            </a:pPr>
            <a:r>
              <a:t>Manuel Ott · Hofer Lab · 2026-03-26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
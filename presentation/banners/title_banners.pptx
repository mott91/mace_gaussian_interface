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1 — figlet doom — MACE block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___  ___  ___  _____  _____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 \/  | / _ \/  __ \|  ___|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.  . |/ /_\ \ /  \/| |__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|\/| ||  _  | |    |  __|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|  | || | | | \__/\| |___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\_|  |_/\_| |_/\____/\____/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2 — ASCII IR spectrum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4124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 |          ||                    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|||         |||                   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|||   |     |||             |    |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||  |||||  ||  | ||||           |||  ||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|||| ||||| ||| |||||||         | |||  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────────────────────────────────────────────────────→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400    700   1200  1680       2900 3050 3300    cm⁻¹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$ mace-gaussian run aspirin.xyz  # harmonic benchmark</a:t>
            </a:r>
          </a:p>
          <a:p>
            <a:pPr algn="l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ML-accelerated IR spectroscopy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3 — system boot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Initializing mace-gaussian v1.1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Loading MACE-OMOL-0   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Loading MACE4IR dipole 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Starting ZMQ IPC server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Gaussian 16 bridge ready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  ─  ─  ─  ─  ─  ─  ─  ─  ─  ─  ─  ─  ─  ─  ─  ─  ─  ─  ─  ─  ─  ─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$ mace-gaussian run molecule.xyz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  // all systems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4 — v1 spirit — minimal + centered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7315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30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  <a:r>
              <a:t>// ML-accelerated IR spectroscopy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5 — lean — thin strokes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 _/      _/    _/_/      _/_/_/  _/_/_/_/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_/_/  _/_/  _/    _/  _/        _/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_/  _/  _/  _/_/_/_/  _/        _/_/_/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_/      _/  _/    _/  _/        _/  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_/      _/  _/    _/    _/_/_/  _/_/_/_/   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6 — lean — filled 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 ██      ██    ████      ██████  ████████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████  ████  ██    ██  ██        ██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██  ██  ██  ████████  ██        ██████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██      ██  ██    ██  ██        ██  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██    ██    ██████  ████████   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7 — block — thin strokes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8 — block — filled 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  ████      ██████  ████████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████  ████  ██    ██  ██        ██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██  ██  ████████  ██        ██████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██    ██  ██        ██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██    ██    ██████  ████████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
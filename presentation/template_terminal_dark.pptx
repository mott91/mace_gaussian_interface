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Consolas"/>
              </a:defRPr>
            </a:pPr>
            <a:r>
              <a:t>$ ./presentation.sh</a:t>
            </a:r>
          </a:p>
          <a:p>
            <a:r>
              <a:t>&gt; MACE-Gaussian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  <a:latin typeface="Consolas"/>
              </a:defRPr>
            </a:pPr>
            <a:r>
              <a:t>// ML-accelerated anharmonic spectroscopy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B949E"/>
                </a:solidFill>
                <a:latin typeface="Consolas"/>
              </a:defRPr>
            </a:pPr>
            <a:r>
              <a:t>Your Name · Research Group · 2025-11-15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  <a:latin typeface="Consolas"/>
              </a:defRPr>
            </a:pPr>
            <a:r>
              <a:t>$ cat motivation.md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Problem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DFT anharmonic: computationally expensive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Hours to days per molecule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Solution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ML potentials: 10-100× faster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Maintain accuracy via hybrid approach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58A6FF"/>
                </a:solidFill>
                <a:latin typeface="Consolas"/>
              </a:defRPr>
            </a:pPr>
            <a:r>
              <a:t># Impact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Consolas"/>
              </a:defRPr>
            </a:pPr>
            <a:r>
              <a:t>  → High-throughput spectral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  <a:latin typeface="Consolas"/>
              </a:defRPr>
            </a:pPr>
            <a:r>
              <a:t>$ ls -la results/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B949E"/>
                </a:solidFill>
                <a:latin typeface="Consolas"/>
              </a:defRPr>
            </a:pPr>
            <a:r>
              <a:t>[flowchart / plot goes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
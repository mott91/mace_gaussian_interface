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r>
              <a:t>&gt; MACE-Gaussian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high-throughput screening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 derivatives via ZMQ bridge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10-100× faster than pure DFT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architecture.md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System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┌─────────────┐      ┌──────────────┐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MACE        │──────│ Gaussian 16  │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(Python)    │ ZMQ  │ (Fortran)    │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└─────────────┘      └──────────────┘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Workflow Phases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1. Geometry optimization (MACE-OMOL)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2. DFT baseline (B3LYP/6-31G(d,p))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3. ML frequency calculations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4. Statistical comparison 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Inter-Process Communication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1. Gaussian calls external program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2. Helper script connects via ZMQ socket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3. Main process receives geometry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4. ML calculator computes dipoles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5. Results written to Gaussian format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6. Gaussian continues calculation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Key Innovation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Real-time injection of ML predictions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No modification to Gaussian source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File-based IPC for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-la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Modular Dipole System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mace_ml/          # Custom MACE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espaloma/         # ML charges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xtb/              # Semi-empirical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Automatic Fallback Chain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1. MACE-ML: Custom dipole model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2. Espaloma: Charge-based dipoles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3. xTB: GFN2-xTB semi-empirical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Implementation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Factory pattern with availability checks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Seamless calculator switching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module_swap.py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Dual MACE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mace_ML_pkg/          # Standard MACE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mace_dipole_pkg/      # Custom fork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Implementation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Dynamic module replacement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Cache invalidation required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Cleanup after dipole calculations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Challenge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Prevent module contamination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Thread-safe switching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validation.md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Comparison vs DFT Baseline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B3LYP/6-31G(d,p) reference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 frequency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Test molecule: Water (H₂O)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Statistical Metrics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(Mean Absolute Error)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RMSE (Root Mean Square Error)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R² (Coefficient of Determination)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Linear regression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Visualization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Regression plots (ML vs DFT)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KDE broadening (8 cm⁻¹)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analyze_spectra.py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Water (H₂O) Benchmark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 normal modes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Symmetric stretch (~3650 cm⁻¹)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Asymmetric stretch (~3750 cm⁻¹)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Bending mode (~1590 cm⁻¹)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vs DFT Accuracy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MAE: &lt; 20 cm⁻¹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RMSE: &lt; 25 cm⁻¹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R²: &gt; 0.99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Computational Speedup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50-100× faster than pure DFT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config.yaml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MACE-MP (large, general)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MACE-OMOL (molecules, default)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MACE-OFF (alternative foundation)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Dipole Calculators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Espaloma (charge-based)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MACE-ML (custom dipole model)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Tested Combinations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 + espaloma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 + espaloma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 + mace_ml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All compared vs DFT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cli.py run water.xyz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4-Phase Pipeline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Phase 1: Geometry optimization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→ MACE-OMOL calculator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Phase 2: DFT baseline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→ B3LYP/6-31G(d,p) frequencies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Phase 3: ML frequency calculations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→ Multiple energy-dipole combinations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Phase 4: Analysis &amp; comparison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→ Statistics, plots, HTML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Current Status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 implemented &amp; working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benchmark validated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Automated 4-phase pipeline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Multiple calculator combinations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Expand to larger molecules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frequency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Optimize MACE-ML dipole model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support (beyond Gaussian)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Long-term Vision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Universal ML-QM spectroscopy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Manuel Ott · Hofer Lab · 2025-11-19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